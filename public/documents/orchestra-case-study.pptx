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1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11430000" cy="4270248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83664"/>
            <a:ext cx="5120640" cy="621792"/>
          </a:xfrm>
          <a:prstGeom prst="rect">
            <a:avLst/>
          </a:prstGeom>
          <a:solidFill>
            <a:srgbClr val="FF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755648"/>
            <a:ext cx="6035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5850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07208"/>
            <a:ext cx="5669280" cy="14264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11111"/>
                </a:solidFill>
                <a:latin typeface="Arial"/>
              </a:rPr>
              <a:t>Pipelines you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111111"/>
                </a:solidFill>
                <a:latin typeface="Arial"/>
              </a:rPr>
              <a:t>can watch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434840"/>
            <a:ext cx="55778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111111"/>
                </a:solidFill>
                <a:latin typeface="Arial"/>
              </a:rPr>
              <a:t>An Airflow-style scheduler on a simulated clock: cron, catch-up, retries with backoff, idempotent backfills, SLAs, and a doctor that explains every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1847088"/>
            <a:ext cx="5120640" cy="26243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120640" cy="2624328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75488" y="5916168"/>
            <a:ext cx="11247120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>
                <a:solidFill>
                  <a:srgbClr val="111111"/>
                </a:solidFill>
                <a:latin typeface="Menlo"/>
              </a:rPr>
              <a:t>TYPESCRIPT  /  REACT  /  YAML DAGS  /  AIRFLOW 2 EXPORT  /  VITEST  /  GITHUB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THE PROBLEM: ORCHESTRATION IS INVISIBLE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468880"/>
            <a:ext cx="3611880" cy="2670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414016"/>
            <a:ext cx="361188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60320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Scheduling is subtle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72384"/>
            <a:ext cx="3246120" cy="18928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1"/>
                </a:solidFill>
                <a:latin typeface="Arial"/>
              </a:rPr>
              <a:t>Data intervals, logical dates and catch-up confuse even experienced engineers. A run for 1 Oct starts on 2 Oct.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468880"/>
            <a:ext cx="3611880" cy="2670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2414016"/>
            <a:ext cx="361188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560320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Failures hide in retries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072384"/>
            <a:ext cx="3246120" cy="18928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1"/>
                </a:solidFill>
                <a:latin typeface="Arial"/>
              </a:rPr>
              <a:t>A flaky Spark join passes on its second try. Dashboards stay green while the SLA quietly slips.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468880"/>
            <a:ext cx="3611880" cy="2670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2414016"/>
            <a:ext cx="361188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3" y="2560320"/>
            <a:ext cx="3246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Backfills are risky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3072384"/>
            <a:ext cx="3246120" cy="18928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11111"/>
                </a:solidFill>
                <a:latin typeface="Arial"/>
              </a:rPr>
              <a:t>Re-running history double-loads data unless every run is idempotent per logical date.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431536"/>
            <a:ext cx="11375136" cy="63093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504688"/>
            <a:ext cx="10954512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>
                <a:solidFill>
                  <a:srgbClr val="111111"/>
                </a:solidFill>
                <a:latin typeface="Arial"/>
              </a:rPr>
              <a:t>The response: a real scheduler loop you can watch, break and replay, with a doctor that explains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ONE HEARTBEAT, SIX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331720"/>
            <a:ext cx="1700784" cy="1600200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01 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cron · data intervals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catch-up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04288" y="2331720"/>
            <a:ext cx="1700784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401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02  ACTIVATE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max_active_runs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one per logical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2331720"/>
            <a:ext cx="1700784" cy="1600200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03  ATTEMPT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retries · backoff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timeouts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2331720"/>
            <a:ext cx="1700784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04  RESOLVE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trigger rules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upstream_failed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2331720"/>
            <a:ext cx="1700784" cy="1600200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05  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parallelism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pools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880360"/>
            <a:ext cx="219456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40112" y="2386584"/>
            <a:ext cx="1700784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85248" y="2331720"/>
            <a:ext cx="1700784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94976" y="2450592"/>
            <a:ext cx="14630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Menlo"/>
              </a:rPr>
              <a:t>06  CLOSE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2926080"/>
            <a:ext cx="15087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SLA misses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run state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4398264"/>
            <a:ext cx="5577840" cy="1691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4343400"/>
            <a:ext cx="5577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462272"/>
            <a:ext cx="5212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Deterministic by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901184"/>
            <a:ext cx="52578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111"/>
                </a:solidFill>
                <a:latin typeface="Arial"/>
              </a:rPr>
              <a:t>Every outcome is seeded by DAG, logical date, task and try, so a scenario replays exactly and the engine is covered by unit tests: catch-up, backoff, trigger rules, timeouts, pools, backfill.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4398264"/>
            <a:ext cx="5577840" cy="1691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6208" y="4343400"/>
            <a:ext cx="5577840" cy="1691640"/>
          </a:xfrm>
          <a:prstGeom prst="rect">
            <a:avLst/>
          </a:prstGeom>
          <a:solidFill>
            <a:srgbClr val="C9C4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462272"/>
            <a:ext cx="5212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DAG-as-code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901184"/>
            <a:ext cx="52578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11111"/>
                </a:solidFill>
                <a:latin typeface="Arial"/>
              </a:rPr>
              <a:t>DAGs are YAML, validated like a scheduler would at import (cycles, unknown upstreams, bad cron, undeclared pools) and exported as an Apache Airflow 2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WATCH IT RUN, THEN READ THE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167127"/>
            <a:ext cx="11384280" cy="2250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11384280" cy="225038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448056" y="4617720"/>
            <a:ext cx="2643808" cy="17373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553712"/>
            <a:ext cx="2643808" cy="173736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3941063" y="4608576"/>
            <a:ext cx="7863840" cy="78638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4553712"/>
            <a:ext cx="7863840" cy="786384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0791" y="4626864"/>
            <a:ext cx="7498079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11111"/>
                </a:solidFill>
                <a:latin typeface="Arial"/>
              </a:rPr>
              <a:t>Live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1" y="4956048"/>
            <a:ext cx="7543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11111"/>
                </a:solidFill>
                <a:latin typeface="Arial"/>
              </a:rPr>
              <a:t>Tasks take the state of the selected run; edges into running tasks animate.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41063" y="5504688"/>
            <a:ext cx="7863840" cy="78638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6200" y="5449824"/>
            <a:ext cx="7863840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5522976"/>
            <a:ext cx="7498079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11111"/>
                </a:solidFill>
                <a:latin typeface="Arial"/>
              </a:rPr>
              <a:t>Airflow-style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5852160"/>
            <a:ext cx="7543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11111"/>
                </a:solidFill>
                <a:latin typeface="Arial"/>
              </a:rPr>
              <a:t>One column per run: the red day, the blocked tasks and the retry counts stand out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5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A FLAKY JOIN, RETRIED WITH BACKOFF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167127"/>
            <a:ext cx="3778431" cy="40690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3778431" cy="406908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4407408" y="2167127"/>
            <a:ext cx="7406640" cy="24498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03120"/>
            <a:ext cx="7406640" cy="2449888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4343400" y="5440680"/>
            <a:ext cx="7406640" cy="713232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5486400"/>
            <a:ext cx="713232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Arial"/>
              </a:rPr>
              <a:t>Try 1 dies on a skewed key (OOM), waits 5 min, try 2 passes. The Gantt shows the lost time on the critical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CAUSE VS BLAST RADIUS, IN PLAIN ENGLISH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167127"/>
            <a:ext cx="7498079" cy="334529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7498079" cy="3345297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8238744" y="2157984"/>
            <a:ext cx="3611880" cy="120700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2103120"/>
            <a:ext cx="3611880" cy="1207008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9456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560320"/>
            <a:ext cx="33375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25" b="0">
                <a:solidFill>
                  <a:srgbClr val="111111"/>
                </a:solidFill>
                <a:latin typeface="Arial"/>
              </a:rPr>
              <a:t>quality_gate failed on bad data and blocked dbt and Power BI downstream.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3529584"/>
            <a:ext cx="3611880" cy="120700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3474720"/>
            <a:ext cx="361188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356616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Transient or deterministic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931920"/>
            <a:ext cx="33375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25" b="0">
                <a:solidFill>
                  <a:srgbClr val="111111"/>
                </a:solidFill>
                <a:latin typeface="Arial"/>
              </a:rPr>
              <a:t>Retries are advised for connection errors, never for a failing quality check.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4901183"/>
            <a:ext cx="3611880" cy="120700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4846320"/>
            <a:ext cx="361188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4937759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Flaky and slow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5303520"/>
            <a:ext cx="33375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25" b="0">
                <a:solidFill>
                  <a:srgbClr val="111111"/>
                </a:solidFill>
                <a:latin typeface="Arial"/>
              </a:rPr>
              <a:t>Retry-to-pass rate, p95 vs timeout, and the critical path across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BACKFILLS THAT ARE SAFE TO REPEAT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167127"/>
            <a:ext cx="4339146" cy="35204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ck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4339146" cy="352044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5504688" y="2167127"/>
            <a:ext cx="4118250" cy="35204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103120"/>
            <a:ext cx="4118250" cy="3520440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384048" y="5833872"/>
            <a:ext cx="11375136" cy="457200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61304"/>
            <a:ext cx="1106424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Same range again: 0 created, 10 skipped. One run per logical date; failed days re-run only on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9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75" b="1">
                <a:solidFill>
                  <a:srgbClr val="111111"/>
                </a:solidFill>
                <a:latin typeface="Arial"/>
              </a:rPr>
              <a:t>ORCHESTRA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488" y="192024"/>
            <a:ext cx="5522976" cy="2651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1125" b="0">
                <a:solidFill>
                  <a:srgbClr val="111111"/>
                </a:solidFill>
                <a:latin typeface="Menlo"/>
              </a:rPr>
              <a:t>PIPELINE ORCHESTRATION /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41248"/>
            <a:ext cx="667512" cy="265176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56692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Menl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37376"/>
            <a:ext cx="571500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ADITYA MALVIYA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2488" y="6437376"/>
            <a:ext cx="1051560" cy="192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75" b="0">
                <a:solidFill>
                  <a:srgbClr val="111111"/>
                </a:solidFill>
                <a:latin typeface="Menlo"/>
              </a:rP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71016"/>
            <a:ext cx="11430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225" b="1">
                <a:solidFill>
                  <a:srgbClr val="111111"/>
                </a:solidFill>
                <a:latin typeface="Arial"/>
              </a:rPr>
              <a:t>DAG-AS-CODE, READY FOR AIRFLOW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167127"/>
            <a:ext cx="5577840" cy="2016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dee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03120"/>
            <a:ext cx="5577840" cy="2016603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281928" y="2167127"/>
            <a:ext cx="5577840" cy="2016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r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577840" cy="2016603"/>
          </a:xfrm>
          <a:prstGeom prst="rect">
            <a:avLst/>
          </a:prstGeom>
          <a:ln w="19050">
            <a:solidFill>
              <a:srgbClr val="11111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384048" y="4846320"/>
            <a:ext cx="5577840" cy="548640"/>
          </a:xfrm>
          <a:prstGeom prst="rect">
            <a:avLst/>
          </a:prstGeom>
          <a:solidFill>
            <a:srgbClr val="C9C4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882896"/>
            <a:ext cx="534924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A cycle is caught before it reaches the scheduler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846320"/>
            <a:ext cx="5577840" cy="548640"/>
          </a:xfrm>
          <a:prstGeom prst="rect">
            <a:avLst/>
          </a:prstGeom>
          <a:solidFill>
            <a:srgbClr val="FFC247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4882896"/>
            <a:ext cx="534924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Retries, backoff, SLAs, pools and trigger rules carry 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715000"/>
            <a:ext cx="113385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Menlo"/>
              </a:rPr>
              <a:t>adityamalviya04692.github.io/Project-Orchestra/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11338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Menlo"/>
              </a:rPr>
              <a:t>github.com/adityamalviya04692/Project-Orchestra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