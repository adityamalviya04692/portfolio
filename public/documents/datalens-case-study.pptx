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5662529a65406f" /><Relationship Type="http://schemas.openxmlformats.org/officeDocument/2006/relationships/extended-properties" Target="/docProps/app.xml" Id="Rcb1752f5fe6f426f" /><Relationship Type="http://schemas.openxmlformats.org/officeDocument/2006/relationships/officeDocument" Target="/ppt/presentation.xml" Id="R412637c167a449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1a38cbea104957"/>
  </p:sldMasterIdLst>
  <p:notesMasterIdLst>
    <p:notesMasterId xmlns:r="http://schemas.openxmlformats.org/officeDocument/2006/relationships" r:id="R25b7a9f8881a41af"/>
  </p:notesMasterIdLst>
  <p:sldIdLst>
    <p:sldId xmlns:r="http://schemas.openxmlformats.org/officeDocument/2006/relationships" id="256" r:id="Rfc2b1e789d964ff8"/>
    <p:sldId xmlns:r="http://schemas.openxmlformats.org/officeDocument/2006/relationships" id="257" r:id="R61be00f023994138"/>
    <p:sldId xmlns:r="http://schemas.openxmlformats.org/officeDocument/2006/relationships" id="258" r:id="R9d73f7815fcb4640"/>
    <p:sldId xmlns:r="http://schemas.openxmlformats.org/officeDocument/2006/relationships" id="259" r:id="R26ffbbcfbd744c07"/>
    <p:sldId xmlns:r="http://schemas.openxmlformats.org/officeDocument/2006/relationships" id="260" r:id="R62e4f0483eb44b49"/>
    <p:sldId xmlns:r="http://schemas.openxmlformats.org/officeDocument/2006/relationships" id="261" r:id="R14768f321cc841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e51fd834ed43c6" /><Relationship Type="http://schemas.openxmlformats.org/officeDocument/2006/relationships/slideMaster" Target="/ppt/slideMasters/slideMaster1.xml" Id="R791a38cbea104957" /><Relationship Type="http://schemas.openxmlformats.org/officeDocument/2006/relationships/notesMaster" Target="/ppt/notesMasters/notesMaster1.xml" Id="R25b7a9f8881a41af" /><Relationship Type="http://schemas.openxmlformats.org/officeDocument/2006/relationships/presProps" Target="/ppt/presProps.xml" Id="R65e6969b2799465d" /><Relationship Type="http://schemas.openxmlformats.org/officeDocument/2006/relationships/tableStyles" Target="/ppt/tableStyles.xml" Id="R1603043a3e044982" /><Relationship Type="http://schemas.openxmlformats.org/officeDocument/2006/relationships/slide" Target="/ppt/slides/slide1.xml" Id="Rfc2b1e789d964ff8" /><Relationship Type="http://schemas.openxmlformats.org/officeDocument/2006/relationships/slide" Target="/ppt/slides/slide2.xml" Id="R61be00f023994138" /><Relationship Type="http://schemas.openxmlformats.org/officeDocument/2006/relationships/slide" Target="/ppt/slides/slide3.xml" Id="R9d73f7815fcb4640" /><Relationship Type="http://schemas.openxmlformats.org/officeDocument/2006/relationships/slide" Target="/ppt/slides/slide4.xml" Id="R26ffbbcfbd744c07" /><Relationship Type="http://schemas.openxmlformats.org/officeDocument/2006/relationships/slide" Target="/ppt/slides/slide5.xml" Id="R62e4f0483eb44b49" /><Relationship Type="http://schemas.openxmlformats.org/officeDocument/2006/relationships/slide" Target="/ppt/slides/slide6.xml" Id="R14768f321cc841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90c9901bce4e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b0601e5b3749f5" /><Relationship Type="http://schemas.openxmlformats.org/officeDocument/2006/relationships/notesMaster" Target="/ppt/notesMasters/notesMaster1.xml" Id="R1ff9c8764fdc42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fbce87f09e49de" /><Relationship Type="http://schemas.openxmlformats.org/officeDocument/2006/relationships/notesMaster" Target="/ppt/notesMasters/notesMaster1.xml" Id="R170e751a185e47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b99a7ceca8437b" /><Relationship Type="http://schemas.openxmlformats.org/officeDocument/2006/relationships/notesMaster" Target="/ppt/notesMasters/notesMaster1.xml" Id="R2ba35c78622440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182f32701b4b5d" /><Relationship Type="http://schemas.openxmlformats.org/officeDocument/2006/relationships/notesMaster" Target="/ppt/notesMasters/notesMaster1.xml" Id="R0557534265f547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74eeb7fb854020" /><Relationship Type="http://schemas.openxmlformats.org/officeDocument/2006/relationships/notesMaster" Target="/ppt/notesMasters/notesMaster1.xml" Id="Rf8d9d42e291743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1268d8b260444f" /><Relationship Type="http://schemas.openxmlformats.org/officeDocument/2006/relationships/notesMaster" Target="/ppt/notesMasters/notesMaster1.xml" Id="R5f2178676a0a4c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by Aditya Malviya. Sources: https://github.com/adityamalviya04692/datalens and https://adityamalviya04692.github.io/datalens/ . Screenshots captured from the live application during this revision.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by Aditya Malviya. Sources: https://github.com/adityamalviya04692/datalens and https://adityamalviya04692.github.io/datalens/ . Screenshots captured from the live application during this revision.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by Aditya Malviya. Sources: https://github.com/adityamalviya04692/datalens and https://adityamalviya04692.github.io/datalens/ . Screenshots captured from the live application during this revision. Live synthetic orders.csv: 2040 rows, 14 columns. Quality score 96.7, not a production benchmark.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by Aditya Malviya. Sources: https://github.com/adityamalviya04692/datalens and https://adityamalviya04692.github.io/datalens/ . Screenshots captured from the live application during this revision.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by Aditya Malviya. Sources: https://github.com/adityamalviya04692/datalens and https://adityamalviya04692.github.io/datalens/ . Screenshots captured from the live application during this revision. The current Visualizations screen shows trends and seasonality. Charts are selected from column types. Correlation does not prove causation.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by Aditya Malviya. Sources: https://github.com/adityamalviya04692/datalens and https://adityamalviya04692.github.io/datalens/ . Screenshots captured from the live application during this revision.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b692e6dfa44f1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99da0e0839435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640771f304410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b5e5f5848041e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ac64fe70194c7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55719b49fc4c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2FFBAE-BAC8-4DA1-A7EB-0A089266B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89F9F63-2413-4BF3-AE7C-26FFD85F24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E76C838-EBAD-400E-8398-057F149467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8DDE3E-155B-495F-93B0-58E0F8E075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96944EB-939A-4C67-A844-1F11451AF5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1094DD7-6508-4CEA-A288-F68C57ABB9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DD289D-AA7E-47B8-A98E-7FC9C7BBCB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E2EDDE3-3971-499E-8AA2-EA70A8F52A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FDF735-F8EC-4F03-A283-9CB393544B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63405A4-3212-46B1-8330-AB51E8295A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36a7731db84ae8" /><Relationship Type="http://schemas.openxmlformats.org/officeDocument/2006/relationships/slideLayout" Target="/ppt/slideLayouts/slideLayout1.xml" Id="R8fed4b03a7134f68" /><Relationship Type="http://schemas.openxmlformats.org/officeDocument/2006/relationships/slideLayout" Target="/ppt/slideLayouts/slideLayout2.xml" Id="R84cc1785910a4d42" /><Relationship Type="http://schemas.openxmlformats.org/officeDocument/2006/relationships/slideLayout" Target="/ppt/slideLayouts/slideLayout3.xml" Id="Rd08ab6d6b93e477f" /><Relationship Type="http://schemas.openxmlformats.org/officeDocument/2006/relationships/slideLayout" Target="/ppt/slideLayouts/slideLayout4.xml" Id="Rcc88b987f913457c" /><Relationship Type="http://schemas.openxmlformats.org/officeDocument/2006/relationships/slideLayout" Target="/ppt/slideLayouts/slideLayout5.xml" Id="R3a09fe97110140e9" /><Relationship Type="http://schemas.openxmlformats.org/officeDocument/2006/relationships/slideLayout" Target="/ppt/slideLayouts/slideLayout6.xml" Id="R226901d713a540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ed4b03a7134f68"/>
    <p:sldLayoutId xmlns:r="http://schemas.openxmlformats.org/officeDocument/2006/relationships" id="2147483650" r:id="R84cc1785910a4d42"/>
    <p:sldLayoutId xmlns:r="http://schemas.openxmlformats.org/officeDocument/2006/relationships" id="2147483651" r:id="Rd08ab6d6b93e477f"/>
    <p:sldLayoutId xmlns:r="http://schemas.openxmlformats.org/officeDocument/2006/relationships" id="2147483652" r:id="Rcc88b987f913457c"/>
    <p:sldLayoutId xmlns:r="http://schemas.openxmlformats.org/officeDocument/2006/relationships" id="2147483653" r:id="R3a09fe97110140e9"/>
    <p:sldLayoutId xmlns:r="http://schemas.openxmlformats.org/officeDocument/2006/relationships" id="2147483654" r:id="R226901d713a540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0784a70b2546f8" /><Relationship Type="http://schemas.openxmlformats.org/officeDocument/2006/relationships/notesSlide" Target="/ppt/notesSlides/notesSlide1.xml" Id="R41ad4344e1c942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735ec5325f412b" /><Relationship Type="http://schemas.openxmlformats.org/officeDocument/2006/relationships/notesSlide" Target="/ppt/notesSlides/notesSlide2.xml" Id="Rc893b1e529bd4d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f51212a31a475d" /><Relationship Type="http://schemas.openxmlformats.org/officeDocument/2006/relationships/image" Target="/ppt/media/image.jpeg" Id="Rd6c9efde2de345ec" /><Relationship Type="http://schemas.openxmlformats.org/officeDocument/2006/relationships/notesSlide" Target="/ppt/notesSlides/notesSlide3.xml" Id="Rb2c2173d98fc42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26004cb2414305" /><Relationship Type="http://schemas.openxmlformats.org/officeDocument/2006/relationships/notesSlide" Target="/ppt/notesSlides/notesSlide4.xml" Id="R003bc47ed3914e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3e9398ad97424d" /><Relationship Type="http://schemas.openxmlformats.org/officeDocument/2006/relationships/image" Target="/ppt/media/image2.jpeg" Id="R9fc53af8839a4860" /><Relationship Type="http://schemas.openxmlformats.org/officeDocument/2006/relationships/notesSlide" Target="/ppt/notesSlides/notesSlide5.xml" Id="R76b93822a5bd4a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48bd5123a042c9" /><Relationship Type="http://schemas.openxmlformats.org/officeDocument/2006/relationships/image" Target="/ppt/media/image3.jpeg" Id="Rf9271daec9554d3f" /><Relationship Type="http://schemas.openxmlformats.org/officeDocument/2006/relationships/notesSlide" Target="/ppt/notesSlides/notesSlide6.xml" Id="Re9d72522978844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7081EF-665E-4DDE-8CD8-77C1C644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B4C54-ED76-4C5F-A800-3CA5CF2A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8EFA2E-8A26-47E4-B799-B40475E5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LOCAL ANALYTICS / CASE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7464FA-89E7-450F-A83B-A08918CD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82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04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CF2EF3-BA3F-4287-B881-A22C03ED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8477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11111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11111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D0A90-AD7D-4D92-9737-4E7C4643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389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ADITYA MALVIYA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CDA562-3100-4BD7-B956-48E4C2BB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1 / 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8E63C-85AE-451B-9FED-8EE9869E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43000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963B7C-4FB1-4D12-8463-8B206A9B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85950"/>
            <a:ext cx="7762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AEB9E-EC25-4596-A8B1-DE9EAFE7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5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5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DATALENS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A5D189-CCF0-45FE-BB02-DC7C049D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742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4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Dataset quality,</a:t>
            </a:r>
          </a:p>
          <a:p xmlns:a="http://schemas.openxmlformats.org/drawingml/2006/main">
            <a:pPr algn="l">
              <a:defRPr sz="4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without the upload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258383-1985-47D2-B8FF-7A9B86E4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 browser-based profiler that turns raw files into evidence, charts and reproducible cleaning SQL.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3F9D35-679B-4211-AE2E-33648C1B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15025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DUCKDB-WASM  /  REACT  /  ECHARTS</a:t>
            </a:r>
          </a:p>
        </p:txBody>
      </p:sp>
    </p:spTree>
    <p:extLst>
      <p:ext uri="{BB962C8B-B14F-4D97-AF65-F5344CB8AC3E}">
        <p14:creationId xmlns:p14="http://schemas.microsoft.com/office/powerpoint/2010/main" val="4175210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0B4B62-777E-45CA-B1BD-A3A2E81B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38DAFB-9531-46C5-8448-F816AA7E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3DD3B-95C1-4BCF-9294-04D0A73B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LOCAL ANALYTICS / CASE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4A084-F092-4161-9A21-DF419A05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82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04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9C1D3-245A-4224-825E-ECB90438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8477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11111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11111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160FB-44CE-47A5-BAF6-B34AD439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66825"/>
            <a:ext cx="1143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PROBLEM: UNTRUSTED INPUT FILES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A9ECC-39EF-4CB3-8682-ED491A97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389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ADITYA MALVIYA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996F68-65E5-4C77-AFC1-1241845C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2 / 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A1A8AB-9A5E-4219-8C01-11F51B6F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466975"/>
            <a:ext cx="3524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5ACFDC-6DEA-4893-A0C3-BEFB5DE1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09825"/>
            <a:ext cx="3524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61C07-8237-419D-A545-E88BE8CC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3105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Hidden quality issues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56F7A6-088A-4108-A12E-CEB67E24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95625"/>
            <a:ext cx="31051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Missing values and duplicate rows can distort an analysis before a dashboard even exists.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49743F-69D2-4483-9035-A4383D1D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466975"/>
            <a:ext cx="3524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92B47C-38B0-4033-880D-DA8FFF55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09825"/>
            <a:ext cx="3524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FF1308-DB61-47AE-8F22-1161FCC4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71750"/>
            <a:ext cx="3105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Repeated manual checks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83CB02-5243-4060-8D3A-96F8C753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095625"/>
            <a:ext cx="31051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One-off notebooks scatter profiling logic and make the next file harder to compare.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D05D58-5D10-480B-8EEC-B860DAA7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66975"/>
            <a:ext cx="36576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8CA7E5-13F4-463B-8359-5E2C1DC4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9825"/>
            <a:ext cx="36576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44C8AA-81F1-4700-858B-7D6A53F5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Sensitive datasets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86BE37-C1CD-4B93-B7CC-1863FFD9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95625"/>
            <a:ext cx="323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Uploading source records creates a privacy barrier for quick exploratory analysis.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45FAE1-999E-44B7-BA73-80DD9243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29250"/>
            <a:ext cx="11372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04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6A9448-E192-4A2C-B9F6-D06D174A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response: run profiling and cleaning inside the browser.</a:t>
            </a:r>
          </a:p>
        </p:txBody>
      </p:sp>
    </p:spTree>
    <p:extLst>
      <p:ext uri="{BB962C8B-B14F-4D97-AF65-F5344CB8AC3E}">
        <p14:creationId xmlns:p14="http://schemas.microsoft.com/office/powerpoint/2010/main" val="1638039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7EEED5-787B-439B-85F9-855622EC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968612-9111-4253-9CE3-101222AC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B5674-A51B-4145-A621-33D0658D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LOCAL ANALYTICS / CASE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511BFE-B45E-4F4A-957F-EBAC7328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82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04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CC994-43B3-4EA9-9EBC-F1110219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8477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11111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11111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6231D-74F7-46FB-9AE0-6BC7E02E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66825"/>
            <a:ext cx="1143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PROFILE EXPLAINS ITS SCORE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2754C7-CB57-4DF3-89E1-337170A2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389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ADITYA MALVIYA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6B796-D3C8-4FEE-8ED5-0FB1EB1E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3 / 6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6BBF63-CC05-44D1-B922-CAD3E9F8E2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c9efde2de345ec"/>
          <a:stretch xmlns:a="http://schemas.openxmlformats.org/drawingml/2006/main"/>
        </p:blipFill>
        <p:spPr>
          <a:xfrm xmlns:a="http://schemas.openxmlformats.org/drawingml/2006/main">
            <a:off x="381000" y="2287025"/>
            <a:ext cx="8096250" cy="3941299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693DDF-9407-4A0F-8ECA-3F4EAE82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95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96.7 / 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14B2FC-7374-47C3-810D-857AC896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956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Synthetic orders sample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EE776-3C46-4390-946E-F58DA05B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714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7737"/>
          </a:bodyPr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high overall grade can still hide issues that matter.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6A6307-79E7-4A0B-919A-7727D74F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05375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40 duplicate rows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223 missing ratings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129 untrimmed city values</a:t>
            </a:r>
          </a:p>
        </p:txBody>
      </p:sp>
    </p:spTree>
    <p:extLst>
      <p:ext uri="{BB962C8B-B14F-4D97-AF65-F5344CB8AC3E}">
        <p14:creationId xmlns:p14="http://schemas.microsoft.com/office/powerpoint/2010/main" val="7520054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7379A7-62B3-41B3-B357-B9CF5096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9C16F9-D849-404A-BBAA-89B118D1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AF801-95FD-420F-8B0C-7428E5B7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LOCAL ANALYTICS / CASE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C7051-DDBD-42DA-852E-38D185DA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82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04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C8777-7F50-439F-8102-519119BB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8477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11111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11111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381C3-C498-469D-BBAF-45E20CD1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66825"/>
            <a:ext cx="1143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HOW I BUILT THE PROFILING 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6EC6F2-3449-4769-93C6-A657056F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389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ADITYA MALVIYA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3B800-68F8-4BE1-9E0B-EE9E31E5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4 / 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C57BC7-04DE-4054-BF2B-46A21C15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04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7343EA-C8B5-411C-A254-44C1115B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4955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11111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725" b="1">
                <a:solidFill>
                  <a:srgbClr val="111111"/>
                </a:solidFill>
                <a:latin typeface="Menlo"/>
                <a:ea typeface="Menlo"/>
                <a:cs typeface="Menlo"/>
              </a:rPr>
              <a:t>01  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309468-9A8F-4C53-926F-98AE4457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81250"/>
            <a:ext cx="8429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Register the local file in DuckDB-WASM. Keep source rows in the browser.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D21558-754C-471C-B608-6E2028F8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86125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944454-51FF-47D4-8C27-D4B30466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4004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72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02  COMPUTE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DF34BB-FD96-4B16-B7FD-00ADEADE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86125"/>
            <a:ext cx="8429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SQL passes for wide aggregates, IQR outliers and exact duplicates.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C42DB4-C9C4-467E-A5E3-E09120D1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910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04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1DDA1F-9C7B-4152-9887-AAF553A4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3053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11111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725" b="1">
                <a:solidFill>
                  <a:srgbClr val="111111"/>
                </a:solidFill>
                <a:latin typeface="Menlo"/>
                <a:ea typeface="Menlo"/>
                <a:cs typeface="Menlo"/>
              </a:rPr>
              <a:t>03  EXPLAIN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2660D0-5487-4E9A-AFBF-123936CA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191000"/>
            <a:ext cx="8429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Weight completeness 30%, validity 30%, uniqueness 25%, consistency 15%.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46D15A-2108-44E6-B2C4-4B2F926C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95875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92622B-2F03-4798-B9E9-B4C6ED1F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2101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72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04  REPRODUCE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2B6489-1B4A-4869-91F6-396F0766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095875"/>
            <a:ext cx="8429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Generate one cleaning statement, reprofile the result and export the data.</a:t>
            </a:r>
          </a:p>
        </p:txBody>
      </p:sp>
    </p:spTree>
    <p:extLst>
      <p:ext uri="{BB962C8B-B14F-4D97-AF65-F5344CB8AC3E}">
        <p14:creationId xmlns:p14="http://schemas.microsoft.com/office/powerpoint/2010/main" val="8457887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B705C8-2C5B-4F7C-8706-E7036E8F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0BF95-8745-43B5-935C-8631C4D1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C59537-822B-483C-8DBB-C5A44F87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LOCAL ANALYTICS / CASE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10BA6C-10E7-4E4D-A1C4-316C70BA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82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04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6257A5-2F00-48EA-B96B-D7D480F0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8477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11111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11111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5BFEA-DA52-4666-8B57-6305FB4A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66825"/>
            <a:ext cx="1143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CHARTS TURN STATISTICS INTO QUESTIONS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9209B-4EFD-4EFA-B20D-AB746089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389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ADITYA MALVIYA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8011EA-D6E0-40E6-95B3-1BF56B7F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5 / 6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8E86F-F8F0-4458-ABAB-8595B26C29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c53af8839a4860"/>
          <a:stretch xmlns:a="http://schemas.openxmlformats.org/drawingml/2006/main"/>
        </p:blipFill>
        <p:spPr>
          <a:xfrm xmlns:a="http://schemas.openxmlformats.org/drawingml/2006/main">
            <a:off x="2525144" y="2257425"/>
            <a:ext cx="7141712" cy="3476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FD4C00-D10F-4AEB-BF03-B171F034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857875"/>
            <a:ext cx="1143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E5295C-5BD9-4E89-86DC-76A2FA76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895975"/>
            <a:ext cx="1114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Synthetic demo: monthly patterns reveal when to investigate, not why a change occurred.</a:t>
            </a:r>
          </a:p>
        </p:txBody>
      </p:sp>
    </p:spTree>
    <p:extLst>
      <p:ext uri="{BB962C8B-B14F-4D97-AF65-F5344CB8AC3E}">
        <p14:creationId xmlns:p14="http://schemas.microsoft.com/office/powerpoint/2010/main" val="14844842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550E0C-D36B-4799-8F2D-1637EEE4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F6440-87B9-47B7-B243-1CA2C6ED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4CF74-2D0F-4A53-A559-0DCF1BE0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LOCAL ANALYTICS / CASE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022DE-93DB-4861-865E-14A5A2DA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82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04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030899-3961-4B31-A4E8-344EB729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8477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11111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11111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44F8AD-46D2-4E2C-8ED6-B6B800CF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66825"/>
            <a:ext cx="1143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CLEANING THAT LEAVES AN AUDIT TRAIL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FBA93-9D33-4964-832B-25EAF275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389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ADITYA MALVIYA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C4D86-1447-4B19-BD93-A74DCA26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6 / 6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08EA6-7288-4A61-8845-343CD5C1D8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271daec9554d3f"/>
          <a:stretch xmlns:a="http://schemas.openxmlformats.org/drawingml/2006/main"/>
        </p:blipFill>
        <p:spPr>
          <a:xfrm xmlns:a="http://schemas.openxmlformats.org/drawingml/2006/main">
            <a:off x="382393" y="2266950"/>
            <a:ext cx="7474340" cy="3638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62ABE-4CF4-4C3D-9A11-AF254367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Readable 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05845D-CFE0-428B-98D1-EC60A3B9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38450"/>
            <a:ext cx="333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Dedupe, trim strings, normalize blanks and fix types with a reproducible transformation.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920982-449E-4F74-A505-758761D7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719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Boundaries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AED1BE-0530-49A0-A66D-F1198828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86300"/>
            <a:ext cx="333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Browser memory limits file size. Some readers download DuckDB extensions. Demo results are synthetic.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40CDAA-D472-4BFD-8D95-A7D7127A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483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adityamalviya04692.github.io/datalens/</a:t>
            </a:r>
          </a:p>
        </p:txBody>
      </p:sp>
    </p:spTree>
    <p:extLst>
      <p:ext uri="{BB962C8B-B14F-4D97-AF65-F5344CB8AC3E}">
        <p14:creationId xmlns:p14="http://schemas.microsoft.com/office/powerpoint/2010/main" val="15927908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2026-10-16T04:11:15.1970000Z</dcterms:created>
  <dcterms:modified xsi:type="dcterms:W3CDTF">2026-10-16T04:11:15.1970000Z</dcterms:modified>
</coreProperties>
</file>