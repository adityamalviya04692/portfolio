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1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11430000" cy="4270248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83664"/>
            <a:ext cx="3749039" cy="621792"/>
          </a:xfrm>
          <a:prstGeom prst="rect">
            <a:avLst/>
          </a:prstGeom>
          <a:solidFill>
            <a:srgbClr val="3DD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755648"/>
            <a:ext cx="5486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5850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07208"/>
            <a:ext cx="5669280" cy="14264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11111"/>
                </a:solidFill>
                <a:latin typeface="Arial"/>
              </a:rPr>
              <a:t>Ask your documents.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111111"/>
                </a:solidFill>
                <a:latin typeface="Arial"/>
              </a:rPr>
              <a:t>Query your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434840"/>
            <a:ext cx="55778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A browser-native RAG and analytics workspace: cited answers across files, side-by-side comparison, and SQL over CSV and Parquet with DuckDB.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847088"/>
            <a:ext cx="5120640" cy="25603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120640" cy="256032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75488" y="5916168"/>
            <a:ext cx="11247120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>
                <a:solidFill>
                  <a:srgbClr val="111111"/>
                </a:solidFill>
                <a:latin typeface="Menlo"/>
              </a:rPr>
              <a:t>GEMMA 4  /  WEBGPU  /  TRANSFORMERS.JS  /  DUCKDB-WASM  /  REACT  /  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THE PROBLEM: ANSWERS YOU CANNOT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Unverifiable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Chat tools summarise files fluently, but you cannot see which sentence a claim came from, or whether the newest version won.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Documents and data apart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Design docs and post-mortems live in one tool, the run logs and CSVs in another. Nobody asks both in one place.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3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Privacy and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Uploading internal files to a hosted LLM is often not allowed, and API keys put a price on every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431536"/>
            <a:ext cx="11375136" cy="63093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504688"/>
            <a:ext cx="1095451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>
                <a:solidFill>
                  <a:srgbClr val="111111"/>
                </a:solidFill>
                <a:latin typeface="Arial"/>
              </a:rPr>
              <a:t>The response: retrieval, SQL and a small model in the browser, every claim cited.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ONE PIPELINE, TWO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331720"/>
            <a:ext cx="1700784" cy="1600200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01 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pdf.js · mammoth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DuckDB-WASM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428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02  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page-aware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900 / 150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2331720"/>
            <a:ext cx="1700784" cy="1600200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03  EMBED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MiniLM · WebGPU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IndexedDB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04  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BM25 + cosine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+ MMR diversity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2331720"/>
            <a:ext cx="1700784" cy="1600200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05 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overview · compare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lookup ·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4011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8524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9497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06  GENERATE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Gemma 4 · cited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or SQL + DuckDB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4398264"/>
            <a:ext cx="5577840" cy="1691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434340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462272"/>
            <a:ext cx="5212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Document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901184"/>
            <a:ext cx="52578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111"/>
                </a:solidFill>
                <a:latin typeface="Arial"/>
              </a:rPr>
              <a:t>Intent routing picks the strategy: an overview samples the whole file evenly and gets a narrative answer; a comparison retrieves evidence per document; a named file scopes the search.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4398264"/>
            <a:ext cx="5577840" cy="1691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4343400"/>
            <a:ext cx="5577840" cy="1691640"/>
          </a:xfrm>
          <a:prstGeom prst="rect">
            <a:avLst/>
          </a:prstGeom>
          <a:solidFill>
            <a:srgbClr val="C4B8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462272"/>
            <a:ext cx="5212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Data path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901184"/>
            <a:ext cx="52578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111"/>
                </a:solidFill>
                <a:latin typeface="Arial"/>
              </a:rPr>
              <a:t>CSV, Parquet and JSON become DuckDB tables. The table profile is indexed as text, so chat can describe a dataset, and number questions become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EVERY CLAIM CARRIES ITS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304288"/>
            <a:ext cx="6949440" cy="308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40280"/>
            <a:ext cx="6949440" cy="308864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790688" y="2304288"/>
            <a:ext cx="3360420" cy="38404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240280"/>
            <a:ext cx="3360420" cy="384048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84048" y="5806440"/>
            <a:ext cx="7040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11111"/>
                </a:solidFill>
                <a:latin typeface="Arial"/>
              </a:rPr>
              <a:t>Hover a citation to read the exact supporting sentence; click to open the passage with that sentence highlighted.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QUESTIONS BECOME SQL YOU CAN 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258568"/>
            <a:ext cx="5321437" cy="39776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0"/>
            <a:ext cx="5321437" cy="3977639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775703" y="2249424"/>
            <a:ext cx="5074920" cy="11704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194560"/>
            <a:ext cx="507492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228600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Guarded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651760"/>
            <a:ext cx="4800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Only one read-only SELECT runs. A failed query is sent back to the model with the DuckDB error for one corrected retry.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75703" y="3575303"/>
            <a:ext cx="5074920" cy="11704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520439"/>
            <a:ext cx="5074920" cy="1170432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3611879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Works without 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3977639"/>
            <a:ext cx="4800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Instant mode translates common questions with rules: "average duration by pipeline", "failed runs over time".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75703" y="4901183"/>
            <a:ext cx="5074920" cy="11704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4846320"/>
            <a:ext cx="507492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4937759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Charted and explained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5303520"/>
            <a:ext cx="4800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Results pick a bar or line chart, and the model explains the numbers in one or two plain sentences.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PROFILED ON ARRIVAL, SHIPPED AS A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258568"/>
            <a:ext cx="5623560" cy="31810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0"/>
            <a:ext cx="5623560" cy="3181003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373368" y="2258568"/>
            <a:ext cx="4168942" cy="3200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4168942" cy="320040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384048" y="5623560"/>
            <a:ext cx="5623560" cy="566928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53949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Nulls, cardinality, IQR outliers, duplicates, key candidates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5623560"/>
            <a:ext cx="5486400" cy="566928"/>
          </a:xfrm>
          <a:prstGeom prst="rect">
            <a:avLst/>
          </a:prstGeom>
          <a:solidFill>
            <a:srgbClr val="C4B8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5669280"/>
            <a:ext cx="521208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dbt schema.yml: not_null, unique, accepted_values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RETRIEVAL IS MEASURED, NOT ASSUMED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95144"/>
            <a:ext cx="6035040" cy="27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240280"/>
            <a:ext cx="60350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HIT@1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HIT@3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77440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99232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Keyword (BM25)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99232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99232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99232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Vector (cosine)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21024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621024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21024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Menlo"/>
              </a:rPr>
              <a:t>0.82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97096"/>
            <a:ext cx="5797296" cy="548640"/>
          </a:xfrm>
          <a:prstGeom prst="rect">
            <a:avLst/>
          </a:prstGeom>
          <a:solidFill>
            <a:srgbClr val="3DD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42816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Hybrid + MMR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242816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Menlo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42816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Menlo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242816"/>
            <a:ext cx="100584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Menlo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212080"/>
            <a:ext cx="60350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11111"/>
                </a:solidFill>
                <a:latin typeface="Arial"/>
              </a:rPr>
              <a:t>Eight golden questions over the sample documents, scored live in the pipeline panel. Keywords catch exact terms; vectors catch meaning; the hybrid keeps both.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21424" y="2295144"/>
            <a:ext cx="5029200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2240280"/>
            <a:ext cx="5029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233172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Small-model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2697480"/>
            <a:ext cx="47548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On-device models get a compressed context (the best sentences per passage) plus a citation safety net.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3593592"/>
            <a:ext cx="5029200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3538728"/>
            <a:ext cx="5029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3630168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Zero re-work on 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3995928"/>
            <a:ext cx="47548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Documents, table files and every embedding persist in IndexedDB, keyed by content hash.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1424" y="4892040"/>
            <a:ext cx="5029200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0" y="4837176"/>
            <a:ext cx="5029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2" y="4928616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GPU where it helps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5294376"/>
            <a:ext cx="47548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Embeddings run on WebGPU in a worker (fp16), falling back to WASM; cached per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DOCUMENT AI + DATA ENGINEERING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FREE TO RUN, PRIVATE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212848"/>
            <a:ext cx="3868615" cy="40233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48840"/>
            <a:ext cx="3868615" cy="402336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4581144" y="2203704"/>
            <a:ext cx="7269480" cy="10241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148840"/>
            <a:ext cx="7269480" cy="1024128"/>
          </a:xfrm>
          <a:prstGeom prst="rect">
            <a:avLst/>
          </a:prstGeom>
          <a:solidFill>
            <a:srgbClr val="3DDBB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221992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Gemma 4 in the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578608"/>
            <a:ext cx="699516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Gemma 4 E2B on WebGPU via WebLLM. Free and offline after a one-time 2.8 GB download.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1144" y="3392424"/>
            <a:ext cx="7269480" cy="10241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3337560"/>
            <a:ext cx="726948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3410712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Bring your own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767328"/>
            <a:ext cx="699516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Google AI Studio (Gemma 4 26B free tier), Groq, OpenRouter, Anthropic or any OpenAI-compatible API. Keys stay in the browser.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1144" y="4581144"/>
            <a:ext cx="7269480" cy="10241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4526280"/>
            <a:ext cx="726948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4599432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11111"/>
                </a:solidFill>
                <a:latin typeface="Arial"/>
              </a:rPr>
              <a:t>Instant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956048"/>
            <a:ext cx="699516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0">
                <a:solidFill>
                  <a:srgbClr val="111111"/>
                </a:solidFill>
                <a:latin typeface="Arial"/>
              </a:rPr>
              <a:t>No model at all: ranked, cited quotes and rule-based SQL in milliseconds.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80644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Menlo"/>
              </a:rPr>
              <a:t>adityamalviya04692.github.io/Project-Corpus/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6108192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Menlo"/>
              </a:rPr>
              <a:t>github.com/adityamalviya04692/Project-Corpus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