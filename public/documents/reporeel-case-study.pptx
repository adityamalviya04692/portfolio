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b91b3356184f72" /><Relationship Type="http://schemas.openxmlformats.org/officeDocument/2006/relationships/extended-properties" Target="/docProps/app.xml" Id="R64df394821484300" /><Relationship Type="http://schemas.openxmlformats.org/officeDocument/2006/relationships/officeDocument" Target="/ppt/presentation.xml" Id="R84f71e32311b49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d2143b5c224fbc"/>
  </p:sldMasterIdLst>
  <p:notesMasterIdLst>
    <p:notesMasterId xmlns:r="http://schemas.openxmlformats.org/officeDocument/2006/relationships" r:id="R214646802956497d"/>
  </p:notesMasterIdLst>
  <p:sldIdLst>
    <p:sldId xmlns:r="http://schemas.openxmlformats.org/officeDocument/2006/relationships" id="256" r:id="R6b9fd4b82ad54709"/>
    <p:sldId xmlns:r="http://schemas.openxmlformats.org/officeDocument/2006/relationships" id="257" r:id="Rff157f2a9f03429c"/>
    <p:sldId xmlns:r="http://schemas.openxmlformats.org/officeDocument/2006/relationships" id="258" r:id="R456f4daa9521487e"/>
    <p:sldId xmlns:r="http://schemas.openxmlformats.org/officeDocument/2006/relationships" id="259" r:id="Rfe376e5b77844e3f"/>
    <p:sldId xmlns:r="http://schemas.openxmlformats.org/officeDocument/2006/relationships" id="260" r:id="Ra3163703bf4043cf"/>
    <p:sldId xmlns:r="http://schemas.openxmlformats.org/officeDocument/2006/relationships" id="261" r:id="Rbb0462cc1ec3438b"/>
    <p:sldId xmlns:r="http://schemas.openxmlformats.org/officeDocument/2006/relationships" id="262" r:id="R5f243d1a9df64162"/>
    <p:sldId xmlns:r="http://schemas.openxmlformats.org/officeDocument/2006/relationships" id="263" r:id="R8185bc97197647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325398f8f4530" /><Relationship Type="http://schemas.openxmlformats.org/officeDocument/2006/relationships/slideMaster" Target="/ppt/slideMasters/slideMaster1.xml" Id="Rb1d2143b5c224fbc" /><Relationship Type="http://schemas.openxmlformats.org/officeDocument/2006/relationships/notesMaster" Target="/ppt/notesMasters/notesMaster1.xml" Id="R214646802956497d" /><Relationship Type="http://schemas.openxmlformats.org/officeDocument/2006/relationships/presProps" Target="/ppt/presProps.xml" Id="R9ad0d576187b4b8e" /><Relationship Type="http://schemas.openxmlformats.org/officeDocument/2006/relationships/tableStyles" Target="/ppt/tableStyles.xml" Id="Rd0a31ece9d854aee" /><Relationship Type="http://schemas.openxmlformats.org/officeDocument/2006/relationships/slide" Target="/ppt/slides/slide1.xml" Id="R6b9fd4b82ad54709" /><Relationship Type="http://schemas.openxmlformats.org/officeDocument/2006/relationships/slide" Target="/ppt/slides/slide2.xml" Id="Rff157f2a9f03429c" /><Relationship Type="http://schemas.openxmlformats.org/officeDocument/2006/relationships/slide" Target="/ppt/slides/slide3.xml" Id="R456f4daa9521487e" /><Relationship Type="http://schemas.openxmlformats.org/officeDocument/2006/relationships/slide" Target="/ppt/slides/slide4.xml" Id="Rfe376e5b77844e3f" /><Relationship Type="http://schemas.openxmlformats.org/officeDocument/2006/relationships/slide" Target="/ppt/slides/slide5.xml" Id="Ra3163703bf4043cf" /><Relationship Type="http://schemas.openxmlformats.org/officeDocument/2006/relationships/slide" Target="/ppt/slides/slide6.xml" Id="Rbb0462cc1ec3438b" /><Relationship Type="http://schemas.openxmlformats.org/officeDocument/2006/relationships/slide" Target="/ppt/slides/slide7.xml" Id="R5f243d1a9df64162" /><Relationship Type="http://schemas.openxmlformats.org/officeDocument/2006/relationships/slide" Target="/ppt/slides/slide8.xml" Id="R8185bc97197647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c3986dd014d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8cf6f94e274f85" /><Relationship Type="http://schemas.openxmlformats.org/officeDocument/2006/relationships/notesMaster" Target="/ppt/notesMasters/notesMaster1.xml" Id="R6b40992332c94b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ad625bff6d4b44" /><Relationship Type="http://schemas.openxmlformats.org/officeDocument/2006/relationships/notesMaster" Target="/ppt/notesMasters/notesMaster1.xml" Id="Rc6ad991e36cc4d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14f60f67934198" /><Relationship Type="http://schemas.openxmlformats.org/officeDocument/2006/relationships/notesMaster" Target="/ppt/notesMasters/notesMaster1.xml" Id="R50181b1f0dd14b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8c5116ea9d4f0f" /><Relationship Type="http://schemas.openxmlformats.org/officeDocument/2006/relationships/notesMaster" Target="/ppt/notesMasters/notesMaster1.xml" Id="R4c35806d1a514c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067dc3b2d04c83" /><Relationship Type="http://schemas.openxmlformats.org/officeDocument/2006/relationships/notesMaster" Target="/ppt/notesMasters/notesMaster1.xml" Id="R61d816073fcc4b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00e1ae563c4d1d" /><Relationship Type="http://schemas.openxmlformats.org/officeDocument/2006/relationships/notesMaster" Target="/ppt/notesMasters/notesMaster1.xml" Id="R84a7d6284afd44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6caaf86ac5435c" /><Relationship Type="http://schemas.openxmlformats.org/officeDocument/2006/relationships/notesMaster" Target="/ppt/notesMasters/notesMaster1.xml" Id="R6a77459c3d1e43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d62fc7bbe54c6f" /><Relationship Type="http://schemas.openxmlformats.org/officeDocument/2006/relationships/notesMaster" Target="/ppt/notesMasters/notesMaster1.xml" Id="Re52078beb1c14e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Project-RepoReel README, original RepoReel case-study deck and captured app screenshots. Product: https://adityamalviya04692.github.io/Project-RepoReel/. Snapshot figures are from the source deck, not live counters.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Project-RepoReel README, original RepoReel case-study deck and captured app screenshots. Product: https://adityamalviya04692.github.io/Project-RepoReel/. Snapshot figures are from the source deck, not live counters.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Project-RepoReel README, original RepoReel case-study deck and captured app screenshots. Product: https://adityamalviya04692.github.io/Project-RepoReel/. Snapshot figures are from the source deck, not live counters.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Project-RepoReel README, original RepoReel case-study deck and captured app screenshots. Product: https://adityamalviya04692.github.io/Project-RepoReel/. Snapshot figures are from the source deck, not live counters.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Project-RepoReel README, original RepoReel case-study deck and captured app screenshots. Product: https://adityamalviya04692.github.io/Project-RepoReel/. Snapshot figures are from the source deck, not live counters.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Project-RepoReel README, original RepoReel case-study deck and captured app screenshots. Product: https://adityamalviya04692.github.io/Project-RepoReel/. Snapshot figures are from the source deck, not live counters.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Project-RepoReel README, original RepoReel case-study deck and captured app screenshots. Product: https://adityamalviya04692.github.io/Project-RepoReel/. Snapshot figures are from the source deck, not live counters.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Project-RepoReel README, original RepoReel case-study deck and captured app screenshots. Product: https://adityamalviya04692.github.io/Project-RepoReel/. Snapshot figures are from the source deck, not live counters. Original test snapshot: 49 pipeline tests and 16 web tests. A stale checkout incident prompted branch-tip checkout and recovery of 411 reels without re-spending discovery credit. Code: https://github.com/adityamalviya04692/Project-RepoReel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e2b1ecbc140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03c04b00248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a6af3e2b34b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2cecff60247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b09553b0dd49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fd99905ca42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2C34D0-9D5A-4871-805E-F423DA08FF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0308A0-1BE8-40AC-B3C5-6EA2A3EDDE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8EC1FC3-173F-45B6-A046-007C86820B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38801E-870D-429F-891E-EE3882B22E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26F3AF-9454-4DF5-BB57-C82884152A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14C0D0-0FD8-41CB-8AAA-10A17FD247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D4EA3D-D846-45B3-BFCD-B548E78945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E85387-EDBC-46E5-BD03-63E1CB4F98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9FBD57-6EFD-422A-994A-86A33BC806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32F7B1-92D8-4A0C-8E2F-206ADB88A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11208280f24653" /><Relationship Type="http://schemas.openxmlformats.org/officeDocument/2006/relationships/slideLayout" Target="/ppt/slideLayouts/slideLayout1.xml" Id="R5daae37e3ffb4192" /><Relationship Type="http://schemas.openxmlformats.org/officeDocument/2006/relationships/slideLayout" Target="/ppt/slideLayouts/slideLayout2.xml" Id="R69df769612d3419a" /><Relationship Type="http://schemas.openxmlformats.org/officeDocument/2006/relationships/slideLayout" Target="/ppt/slideLayouts/slideLayout3.xml" Id="Raead406b62a94981" /><Relationship Type="http://schemas.openxmlformats.org/officeDocument/2006/relationships/slideLayout" Target="/ppt/slideLayouts/slideLayout4.xml" Id="Raed9aa92c043448c" /><Relationship Type="http://schemas.openxmlformats.org/officeDocument/2006/relationships/slideLayout" Target="/ppt/slideLayouts/slideLayout5.xml" Id="R3c2c3f149eae4aca" /><Relationship Type="http://schemas.openxmlformats.org/officeDocument/2006/relationships/slideLayout" Target="/ppt/slideLayouts/slideLayout6.xml" Id="Rdf88d75ecb424f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aae37e3ffb4192"/>
    <p:sldLayoutId xmlns:r="http://schemas.openxmlformats.org/officeDocument/2006/relationships" id="2147483650" r:id="R69df769612d3419a"/>
    <p:sldLayoutId xmlns:r="http://schemas.openxmlformats.org/officeDocument/2006/relationships" id="2147483651" r:id="Raead406b62a94981"/>
    <p:sldLayoutId xmlns:r="http://schemas.openxmlformats.org/officeDocument/2006/relationships" id="2147483652" r:id="Raed9aa92c043448c"/>
    <p:sldLayoutId xmlns:r="http://schemas.openxmlformats.org/officeDocument/2006/relationships" id="2147483653" r:id="R3c2c3f149eae4aca"/>
    <p:sldLayoutId xmlns:r="http://schemas.openxmlformats.org/officeDocument/2006/relationships" id="2147483654" r:id="Rdf88d75ecb424f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047f7c42643f0" /><Relationship Type="http://schemas.openxmlformats.org/officeDocument/2006/relationships/image" Target="/ppt/media/image.png" Id="R2a79c5e144494e03" /><Relationship Type="http://schemas.openxmlformats.org/officeDocument/2006/relationships/notesSlide" Target="/ppt/notesSlides/notesSlide1.xml" Id="R4568e88c5bb743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d574159bf4f22" /><Relationship Type="http://schemas.openxmlformats.org/officeDocument/2006/relationships/image" Target="/ppt/media/image2.png" Id="Re780335390554ea6" /><Relationship Type="http://schemas.openxmlformats.org/officeDocument/2006/relationships/notesSlide" Target="/ppt/notesSlides/notesSlide2.xml" Id="R0423c7dc870447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03df248577453e" /><Relationship Type="http://schemas.openxmlformats.org/officeDocument/2006/relationships/image" Target="/ppt/media/image3.png" Id="R92b584bc9b1c4a50" /><Relationship Type="http://schemas.openxmlformats.org/officeDocument/2006/relationships/notesSlide" Target="/ppt/notesSlides/notesSlide3.xml" Id="R4071abfc7eca49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778666a23d415f" /><Relationship Type="http://schemas.openxmlformats.org/officeDocument/2006/relationships/image" Target="/ppt/media/image4.png" Id="R2355299fca8744f3" /><Relationship Type="http://schemas.openxmlformats.org/officeDocument/2006/relationships/notesSlide" Target="/ppt/notesSlides/notesSlide4.xml" Id="Rb54db0f8a51545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20aae7f55b41fd" /><Relationship Type="http://schemas.openxmlformats.org/officeDocument/2006/relationships/image" Target="/ppt/media/image5.png" Id="R3a54de6f32f04f6d" /><Relationship Type="http://schemas.openxmlformats.org/officeDocument/2006/relationships/notesSlide" Target="/ppt/notesSlides/notesSlide5.xml" Id="R603255fb7c7e4e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eb3bbce6c40e6" /><Relationship Type="http://schemas.openxmlformats.org/officeDocument/2006/relationships/notesSlide" Target="/ppt/notesSlides/notesSlide6.xml" Id="R7fe9455d27a141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70e2eba06e41a0" /><Relationship Type="http://schemas.openxmlformats.org/officeDocument/2006/relationships/image" Target="/ppt/media/image6.png" Id="R56c42dc20bf3440c" /><Relationship Type="http://schemas.openxmlformats.org/officeDocument/2006/relationships/notesSlide" Target="/ppt/notesSlides/notesSlide7.xml" Id="R5b856593975449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482aaaed4c4d2c" /><Relationship Type="http://schemas.openxmlformats.org/officeDocument/2006/relationships/image" Target="/ppt/media/image7.png" Id="Rf5066ec013e94e33" /><Relationship Type="http://schemas.openxmlformats.org/officeDocument/2006/relationships/notesSlide" Target="/ppt/notesSlides/notesSlide8.xml" Id="Rd5baa5bc6fb746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7D970-6DAF-44E2-9565-19A38863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E8E8E"/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19608-4C88-43AF-AD3F-75FAED10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7737"/>
                </a:solidFill>
                <a:latin typeface="Arial"/>
                <a:ea typeface="Arial"/>
                <a:cs typeface="Arial"/>
              </a:rPr>
              <a:t>REEL DISCOVERY + REPOSITORY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4B494-BEF2-4914-A99E-955A6D61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5334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reel.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Then the repo.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AE580-5CC2-493C-A4CC-0A7E4A15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Describe what you want to build.</a:t>
            </a:r>
          </a:p>
          <a:p xmlns:a="http://schemas.openxmlformats.org/drawingml/2006/main">
            <a:pPr>
              <a:defRPr sz="21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Watch the demo and open the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EEB8E-A6F7-4478-AA38-F83EA665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6B9A"/>
                </a:solidFill>
                <a:latin typeface="Arial"/>
                <a:ea typeface="Arial"/>
                <a:cs typeface="Arial"/>
              </a:rPr>
              <a:t>Python / DuckDB / React / ONNX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CA938-AC6D-4236-ABB6-E9FA69E412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9c5e144494e03"/>
          <a:stretch xmlns:a="http://schemas.openxmlformats.org/drawingml/2006/main"/>
        </p:blipFill>
        <p:spPr>
          <a:xfrm xmlns:a="http://schemas.openxmlformats.org/drawingml/2006/main">
            <a:off x="6191250" y="1815703"/>
            <a:ext cx="5619750" cy="35123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87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181DA-2720-4C37-8735-CAD99DFE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E8E8E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09ED5-8B71-4EAF-9383-9ECA2752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missing repository 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03D1F-62CC-41B7-BACF-6DC0A7D1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Engagement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6F74F-674D-4043-9958-B181237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The reel asks for a comment or DM before sharing the repository.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111DD-553F-45A1-86CE-6B2969FA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Incomplete captions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F309B-DDAE-4945-ABD3-32E7578B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Many captions never name the repository clearly enough to match.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1E235-0854-4F43-B96B-DF041E6933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0335390554ea6"/>
          <a:stretch xmlns:a="http://schemas.openxmlformats.org/drawingml/2006/main"/>
        </p:blipFill>
        <p:spPr>
          <a:xfrm xmlns:a="http://schemas.openxmlformats.org/drawingml/2006/main">
            <a:off x="5314950" y="1943100"/>
            <a:ext cx="594360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86A40-63FC-4252-8D9A-72D45A2F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293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DC80"/>
                </a:solidFill>
                <a:latin typeface="Arial"/>
                <a:ea typeface="Arial"/>
                <a:cs typeface="Arial"/>
              </a:rPr>
              <a:t>RepoReel connects the demo to code you can inspect.</a:t>
            </a:r>
          </a:p>
        </p:txBody>
      </p:sp>
    </p:spTree>
    <p:extLst>
      <p:ext uri="{BB962C8B-B14F-4D97-AF65-F5344CB8AC3E}">
        <p14:creationId xmlns:p14="http://schemas.microsoft.com/office/powerpoint/2010/main" val="1185339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E0BA9-BADF-47C6-B388-43DEF689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E8E8E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5853A-4208-47BB-882C-BD5D098A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in your own 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13844-82C5-4BB3-9639-0C276549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Semantic 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0AEE3-1DD2-432C-84CB-2933A8E8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MiniLM embeds the query in your browser using Transformers.js.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1AAC1-D48A-44F9-B7A8-5CA13EA2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Hybrid ranking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1DACD-73A5-43A5-B277-7847EE67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Meaning and BM25 combine with recency, creator trust and repository health.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03517-4146-4BFB-9DDC-207C055404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584bc9b1c4a50"/>
          <a:stretch xmlns:a="http://schemas.openxmlformats.org/drawingml/2006/main"/>
        </p:blipFill>
        <p:spPr>
          <a:xfrm xmlns:a="http://schemas.openxmlformats.org/drawingml/2006/main">
            <a:off x="4810125" y="1790700"/>
            <a:ext cx="685800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52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CBA59-FE9B-4E32-9D28-268F68F5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E8E8E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1226D-84CC-4069-AC54-DFBFC54A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reel with a route to the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F105E-CD9E-4614-B35D-8CA29B50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Official Instagram embeds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55242-8B97-4F87-ADB4-60768D60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Watch the original demo in the phone. Reel media stays with Instagram.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D8E8D-CE38-4A32-8F17-512C901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Explicit uncertainty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0C76D-3AC0-4112-8A75-993EC65B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When the caption does not name a repo, the result offers a matching search.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3BF16-1823-46F4-BBFC-96BCAFC87A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5299fca8744f3"/>
          <a:stretch xmlns:a="http://schemas.openxmlformats.org/drawingml/2006/main"/>
        </p:blipFill>
        <p:spPr>
          <a:xfrm xmlns:a="http://schemas.openxmlformats.org/drawingml/2006/main">
            <a:off x="4705350" y="1720453"/>
            <a:ext cx="7143750" cy="44648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61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14F6A-06A0-46CA-AC50-F4FD78CD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E8E8E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6ABA6-BDA4-487A-9E9F-FDAB486F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a repository from a screenshot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3BCF3-39D7-47BF-96D2-0D137133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OCR on your device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105B4-23E0-4CE4-8B0E-BFDA5671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Tesseract.js reads the uploaded frame inside the browser.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EB5-B708-4A45-87DA-4AFF480A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Repository matching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280AD-764C-4210-97EA-887B291B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Extract GitHub URLs and owner/repo names, then try fuzzy matching and search.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62AD7-B12C-4E9F-9BEB-CA7ED9AA76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4de6f32f04f6d"/>
          <a:stretch xmlns:a="http://schemas.openxmlformats.org/drawingml/2006/main"/>
        </p:blipFill>
        <p:spPr>
          <a:xfrm xmlns:a="http://schemas.openxmlformats.org/drawingml/2006/main">
            <a:off x="5000625" y="1905000"/>
            <a:ext cx="6477000" cy="404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5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A2D91-9C9F-4EA2-9803-6344EC58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E8E8E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E9C30-7C7A-4D31-A64E-C223C6AD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nightly discovery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84FFF-09F8-46C7-B85C-6654A22F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777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7737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ECDBB-AFCB-48BA-86C5-D012500A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Graph API and budget-guarded Apify discovery find candidate reels.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36B6C-4285-424C-9410-D4C99459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764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Classify and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C8C90-845E-408F-9949-0CA9CDFF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289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English repo captions, creator expansion and cached OCR produce candidates.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77795-CEED-4A80-B654-136C288F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1E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C781E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C781E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C781E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C781E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C781E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C781E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C781E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C781E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C781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781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781ED"/>
                </a:solidFill>
                <a:latin typeface="Arial"/>
                <a:ea typeface="Arial"/>
                <a:cs typeface="Arial"/>
              </a:rPr>
              <a:t>Validate and publish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A69D3-FFEF-43EE-BBDB-74791564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28900"/>
            <a:ext cx="3476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Quality checks protect monthly history and repository shards.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5E546-F006-4AD3-8595-9BFADBD4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411 reels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19804-8279-4774-98C8-9D4A8D65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79 identified repos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5CC4C-1045-4D45-AD32-6407C35C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4,309 repositories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6FA32-DBBB-47D4-94BB-081BF7F8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E8E8E"/>
                </a:solidFill>
                <a:latin typeface="Arial"/>
                <a:ea typeface="Arial"/>
                <a:cs typeface="Arial"/>
              </a:rPr>
              <a:t>Source deck snapshot. Apify budget: $4.50/month, capped at $0.25 per actor run.</a:t>
            </a:r>
          </a:p>
        </p:txBody>
      </p:sp>
    </p:spTree>
    <p:extLst>
      <p:ext uri="{BB962C8B-B14F-4D97-AF65-F5344CB8AC3E}">
        <p14:creationId xmlns:p14="http://schemas.microsoft.com/office/powerpoint/2010/main" val="1524123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9C593-7C3B-4EAE-8442-B4964F00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E8E8E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F39C0-5B24-4E85-9253-DED3E862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Repository momentum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90C52-6DE9-4AE3-8A0C-D3C8FE4B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DC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DC80"/>
                </a:solidFill>
                <a:latin typeface="Arial"/>
                <a:ea typeface="Arial"/>
                <a:cs typeface="Arial"/>
              </a:rPr>
              <a:t>Daily snapshots measure stars gained over 7 and 30 days.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9324B-3D23-4122-B862-5CA5493154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42dc20bf3440c"/>
          <a:stretch xmlns:a="http://schemas.openxmlformats.org/drawingml/2006/main"/>
        </p:blipFill>
        <p:spPr>
          <a:xfrm xmlns:a="http://schemas.openxmlformats.org/drawingml/2006/main">
            <a:off x="1200150" y="2495550"/>
            <a:ext cx="5715000" cy="3571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2BEFB-13FA-4838-81AF-26167388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575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Creator trust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69B7C-3EEE-44C9-9C6C-1F8304E7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7662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Accuracy, consistency, engagement and recency contribute to the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38DB8-2264-4468-96D9-9BC8A066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43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Eligibility checks apply before scoring.</a:t>
            </a:r>
          </a:p>
        </p:txBody>
      </p:sp>
    </p:spTree>
    <p:extLst>
      <p:ext uri="{BB962C8B-B14F-4D97-AF65-F5344CB8AC3E}">
        <p14:creationId xmlns:p14="http://schemas.microsoft.com/office/powerpoint/2010/main" val="135549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5B20A-A64A-4DD9-A56B-A66FD5AC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E8E8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E8E8E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15B21-5FE6-4E3F-937C-33DF3470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Engineering for repeatable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463D3-5272-4243-AB39-D395EFB3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Replay and recovery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C4118-5B8E-4CED-AF21-69F64780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Rebuild from recorded raw inputs. Resume runs merge into the latest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DF345-5265-4FFA-B8C6-E864739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Quality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1962A-DB30-41D9-B8A8-26589DB0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Unknown creators, orphaned repos and implausible star changes block publishing.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85031-D96A-4164-ADE9-12BBB3B83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66ec013e94e33"/>
          <a:stretch xmlns:a="http://schemas.openxmlformats.org/drawingml/2006/main"/>
        </p:blipFill>
        <p:spPr>
          <a:xfrm xmlns:a="http://schemas.openxmlformats.org/drawingml/2006/main">
            <a:off x="5572125" y="1752600"/>
            <a:ext cx="5334000" cy="3333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2510D-2214-4603-9773-73ACCCC8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3875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6B9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6B9A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A82AA-9E9F-45F8-B267-F1085E19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57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adityamalviya04692.github.io/Project-RepoReel/</a:t>
            </a:r>
          </a:p>
        </p:txBody>
      </p:sp>
    </p:spTree>
    <p:extLst>
      <p:ext uri="{BB962C8B-B14F-4D97-AF65-F5344CB8AC3E}">
        <p14:creationId xmlns:p14="http://schemas.microsoft.com/office/powerpoint/2010/main" val="759601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2026-10-25T08:08:25.1440000Z</dcterms:created>
  <dcterms:modified xsi:type="dcterms:W3CDTF">2026-10-25T08:08:25.1440000Z</dcterms:modified>
</coreProperties>
</file>