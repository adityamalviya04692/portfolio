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9daedcabf34ccc" /><Relationship Type="http://schemas.openxmlformats.org/officeDocument/2006/relationships/extended-properties" Target="/docProps/app.xml" Id="Rf06467b4f20d47d2" /><Relationship Type="http://schemas.openxmlformats.org/officeDocument/2006/relationships/officeDocument" Target="/ppt/presentation.xml" Id="R682b8c07f3ce42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05e84d02e04e66"/>
  </p:sldMasterIdLst>
  <p:notesMasterIdLst>
    <p:notesMasterId xmlns:r="http://schemas.openxmlformats.org/officeDocument/2006/relationships" r:id="R16b75b0d6e104de5"/>
  </p:notesMasterIdLst>
  <p:sldIdLst>
    <p:sldId xmlns:r="http://schemas.openxmlformats.org/officeDocument/2006/relationships" id="256" r:id="Rf023b3779b45495e"/>
    <p:sldId xmlns:r="http://schemas.openxmlformats.org/officeDocument/2006/relationships" id="257" r:id="R791e218751d847c4"/>
    <p:sldId xmlns:r="http://schemas.openxmlformats.org/officeDocument/2006/relationships" id="258" r:id="R64073839cf40463a"/>
    <p:sldId xmlns:r="http://schemas.openxmlformats.org/officeDocument/2006/relationships" id="259" r:id="R0748107ff96b4c2b"/>
    <p:sldId xmlns:r="http://schemas.openxmlformats.org/officeDocument/2006/relationships" id="260" r:id="R0f1b91a6df824b01"/>
    <p:sldId xmlns:r="http://schemas.openxmlformats.org/officeDocument/2006/relationships" id="261" r:id="R97d07d8316634ee7"/>
    <p:sldId xmlns:r="http://schemas.openxmlformats.org/officeDocument/2006/relationships" id="262" r:id="R489db12a19ac44d4"/>
    <p:sldId xmlns:r="http://schemas.openxmlformats.org/officeDocument/2006/relationships" id="263" r:id="R9056647c0cd14f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f3c58090284df5" /><Relationship Type="http://schemas.openxmlformats.org/officeDocument/2006/relationships/slideMaster" Target="/ppt/slideMasters/slideMaster1.xml" Id="R3205e84d02e04e66" /><Relationship Type="http://schemas.openxmlformats.org/officeDocument/2006/relationships/notesMaster" Target="/ppt/notesMasters/notesMaster1.xml" Id="R16b75b0d6e104de5" /><Relationship Type="http://schemas.openxmlformats.org/officeDocument/2006/relationships/presProps" Target="/ppt/presProps.xml" Id="R80e89c30c26446c0" /><Relationship Type="http://schemas.openxmlformats.org/officeDocument/2006/relationships/tableStyles" Target="/ppt/tableStyles.xml" Id="R61ee20e28ba3479e" /><Relationship Type="http://schemas.openxmlformats.org/officeDocument/2006/relationships/slide" Target="/ppt/slides/slide1.xml" Id="Rf023b3779b45495e" /><Relationship Type="http://schemas.openxmlformats.org/officeDocument/2006/relationships/slide" Target="/ppt/slides/slide2.xml" Id="R791e218751d847c4" /><Relationship Type="http://schemas.openxmlformats.org/officeDocument/2006/relationships/slide" Target="/ppt/slides/slide3.xml" Id="R64073839cf40463a" /><Relationship Type="http://schemas.openxmlformats.org/officeDocument/2006/relationships/slide" Target="/ppt/slides/slide4.xml" Id="R0748107ff96b4c2b" /><Relationship Type="http://schemas.openxmlformats.org/officeDocument/2006/relationships/slide" Target="/ppt/slides/slide5.xml" Id="R0f1b91a6df824b01" /><Relationship Type="http://schemas.openxmlformats.org/officeDocument/2006/relationships/slide" Target="/ppt/slides/slide6.xml" Id="R97d07d8316634ee7" /><Relationship Type="http://schemas.openxmlformats.org/officeDocument/2006/relationships/slide" Target="/ppt/slides/slide7.xml" Id="R489db12a19ac44d4" /><Relationship Type="http://schemas.openxmlformats.org/officeDocument/2006/relationships/slide" Target="/ppt/slides/slide8.xml" Id="R9056647c0cd14f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c58f881c2f4a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add88f6ffb4825" /><Relationship Type="http://schemas.openxmlformats.org/officeDocument/2006/relationships/notesMaster" Target="/ppt/notesMasters/notesMaster1.xml" Id="R1860d347f3f347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2ccec7bd434bb8" /><Relationship Type="http://schemas.openxmlformats.org/officeDocument/2006/relationships/notesMaster" Target="/ppt/notesMasters/notesMaster1.xml" Id="R0c46deb62c6440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c0d2a1eca04a6e" /><Relationship Type="http://schemas.openxmlformats.org/officeDocument/2006/relationships/notesMaster" Target="/ppt/notesMasters/notesMaster1.xml" Id="R93b51540e32145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77b4c9b4c04293" /><Relationship Type="http://schemas.openxmlformats.org/officeDocument/2006/relationships/notesMaster" Target="/ppt/notesMasters/notesMaster1.xml" Id="R40a57ef711284c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616c04a738494e" /><Relationship Type="http://schemas.openxmlformats.org/officeDocument/2006/relationships/notesMaster" Target="/ppt/notesMasters/notesMaster1.xml" Id="R234fbb3124644f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b66c3c194d4da7" /><Relationship Type="http://schemas.openxmlformats.org/officeDocument/2006/relationships/notesMaster" Target="/ppt/notesMasters/notesMaster1.xml" Id="R331ef6c52f864c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d3d28e3f0b48f7" /><Relationship Type="http://schemas.openxmlformats.org/officeDocument/2006/relationships/notesMaster" Target="/ppt/notesMasters/notesMaster1.xml" Id="R496a4cc23d3f4e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9045b533f14458" /><Relationship Type="http://schemas.openxmlformats.org/officeDocument/2006/relationships/notesMaster" Target="/ppt/notesMasters/notesMaster1.xml" Id="Ra441c7195b524f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Project-RepoReel README, original RepoReel case-study deck and captured app screenshots. Product: https://adityamalviya04692.github.io/Project-RepoReel/. Snapshot figures are from the source deck, not live counters. Original test snapshot: 49 pipeline tests and 16 web tests. A stale checkout incident prompted branch-tip checkout and recovery of 411 reels without re-spending discovery credit. Code: https://github.com/adityamalviya04692/Project-RepoReel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471eae5f149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0069aec06843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01c481af374c4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92f7b37b3246d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13a79d0eb46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cfe13696a745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CFCC86-0862-4CEC-BE22-822075F3D4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3D7A43B-8331-4185-B8D6-C19C814890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8D3D85A-A628-41B5-B06C-72D096F041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FD929C-9397-49E4-B1C3-1BE199F348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DE7606-CAF2-463D-BF9C-A9DC405A8F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824C5E7-5354-41EE-87F0-F40302A1F4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BE9F27-8C41-4DDD-B9E0-1D3217927D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3733CCB-3F19-4116-81A8-9CF989B5BC3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6B8D25-F584-44BB-AF36-1ACD93279E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3BCD48B-C0A8-4F2D-9E66-F2E0ECCCEC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9a36877f1243b6" /><Relationship Type="http://schemas.openxmlformats.org/officeDocument/2006/relationships/slideLayout" Target="/ppt/slideLayouts/slideLayout1.xml" Id="R4cf9b7426a9d478d" /><Relationship Type="http://schemas.openxmlformats.org/officeDocument/2006/relationships/slideLayout" Target="/ppt/slideLayouts/slideLayout2.xml" Id="R476b9895b53f4615" /><Relationship Type="http://schemas.openxmlformats.org/officeDocument/2006/relationships/slideLayout" Target="/ppt/slideLayouts/slideLayout3.xml" Id="Rdf3af5470749499c" /><Relationship Type="http://schemas.openxmlformats.org/officeDocument/2006/relationships/slideLayout" Target="/ppt/slideLayouts/slideLayout4.xml" Id="R34660a01de2a4fbb" /><Relationship Type="http://schemas.openxmlformats.org/officeDocument/2006/relationships/slideLayout" Target="/ppt/slideLayouts/slideLayout5.xml" Id="Re98304114e664639" /><Relationship Type="http://schemas.openxmlformats.org/officeDocument/2006/relationships/slideLayout" Target="/ppt/slideLayouts/slideLayout6.xml" Id="R72f0b39c998a46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f9b7426a9d478d"/>
    <p:sldLayoutId xmlns:r="http://schemas.openxmlformats.org/officeDocument/2006/relationships" id="2147483650" r:id="R476b9895b53f4615"/>
    <p:sldLayoutId xmlns:r="http://schemas.openxmlformats.org/officeDocument/2006/relationships" id="2147483651" r:id="Rdf3af5470749499c"/>
    <p:sldLayoutId xmlns:r="http://schemas.openxmlformats.org/officeDocument/2006/relationships" id="2147483652" r:id="R34660a01de2a4fbb"/>
    <p:sldLayoutId xmlns:r="http://schemas.openxmlformats.org/officeDocument/2006/relationships" id="2147483653" r:id="Re98304114e664639"/>
    <p:sldLayoutId xmlns:r="http://schemas.openxmlformats.org/officeDocument/2006/relationships" id="2147483654" r:id="R72f0b39c998a46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807ecf91d548a5" /><Relationship Type="http://schemas.openxmlformats.org/officeDocument/2006/relationships/image" Target="/ppt/media/image.png" Id="Re4ae0a353c654abe" /><Relationship Type="http://schemas.openxmlformats.org/officeDocument/2006/relationships/notesSlide" Target="/ppt/notesSlides/notesSlide1.xml" Id="R894ef021114f41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16fa9b04054157" /><Relationship Type="http://schemas.openxmlformats.org/officeDocument/2006/relationships/image" Target="/ppt/media/image2.png" Id="R2301ba5d03164784" /><Relationship Type="http://schemas.openxmlformats.org/officeDocument/2006/relationships/notesSlide" Target="/ppt/notesSlides/notesSlide2.xml" Id="R535396b041a94c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572ed4a8884229" /><Relationship Type="http://schemas.openxmlformats.org/officeDocument/2006/relationships/image" Target="/ppt/media/image3.png" Id="R8742f016e088442d" /><Relationship Type="http://schemas.openxmlformats.org/officeDocument/2006/relationships/notesSlide" Target="/ppt/notesSlides/notesSlide3.xml" Id="R1d26c0863b4b4e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4c828408314e6f" /><Relationship Type="http://schemas.openxmlformats.org/officeDocument/2006/relationships/image" Target="/ppt/media/image4.png" Id="R4d6205cb809e41e4" /><Relationship Type="http://schemas.openxmlformats.org/officeDocument/2006/relationships/notesSlide" Target="/ppt/notesSlides/notesSlide4.xml" Id="R7599189f7d5f44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eb521f04d9452f" /><Relationship Type="http://schemas.openxmlformats.org/officeDocument/2006/relationships/image" Target="/ppt/media/image5.png" Id="R5427e19f54b8480b" /><Relationship Type="http://schemas.openxmlformats.org/officeDocument/2006/relationships/notesSlide" Target="/ppt/notesSlides/notesSlide5.xml" Id="R3193186745b340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2f0c96d95a45e7" /><Relationship Type="http://schemas.openxmlformats.org/officeDocument/2006/relationships/notesSlide" Target="/ppt/notesSlides/notesSlide6.xml" Id="Rcd56a8aab60d4b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3408f5ff7f4f51" /><Relationship Type="http://schemas.openxmlformats.org/officeDocument/2006/relationships/image" Target="/ppt/media/image6.png" Id="Rdd64d4040b434597" /><Relationship Type="http://schemas.openxmlformats.org/officeDocument/2006/relationships/notesSlide" Target="/ppt/notesSlides/notesSlide7.xml" Id="R9d04b0d172434d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630359cf4a41c2" /><Relationship Type="http://schemas.openxmlformats.org/officeDocument/2006/relationships/image" Target="/ppt/media/image7.png" Id="R6ff169278ce44347" /><Relationship Type="http://schemas.openxmlformats.org/officeDocument/2006/relationships/notesSlide" Target="/ppt/notesSlides/notesSlide8.xml" Id="R2e523426398844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04942-B3ED-4D36-8722-5DF17D74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01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6A37C-4889-4FF8-9E83-7E1B3E47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77737"/>
                </a:solidFill>
                <a:latin typeface="Arial"/>
                <a:ea typeface="Arial"/>
                <a:cs typeface="Arial"/>
              </a:rPr>
              <a:t>REEL DISCOVERY + REPOSITORY 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0CDF1-442B-4EE4-BC55-E915A3F6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5334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Find the reel.</a:t>
            </a:r>
          </a:p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Then the repo.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1DA6E-50CF-40A9-817C-D868F37A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Describe what you want to build.</a:t>
            </a:r>
          </a:p>
          <a:p xmlns:a="http://schemas.openxmlformats.org/drawingml/2006/main">
            <a:pPr>
              <a:defRPr sz="21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Watch the demo and open the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41392-098A-48D6-9590-3E2870D6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6B9A"/>
                </a:solidFill>
                <a:latin typeface="Arial"/>
                <a:ea typeface="Arial"/>
                <a:cs typeface="Arial"/>
              </a:rPr>
              <a:t>Python / DuckDB / React / ONNX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B2F41-663C-4E1F-9014-57E1203248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e0a353c654abe"/>
          <a:stretch xmlns:a="http://schemas.openxmlformats.org/drawingml/2006/main"/>
        </p:blipFill>
        <p:spPr>
          <a:xfrm xmlns:a="http://schemas.openxmlformats.org/drawingml/2006/main">
            <a:off x="6191250" y="1815703"/>
            <a:ext cx="5619750" cy="35123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811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2D857F-8513-4766-A6D7-D1A30C10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02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ED77E-4A2D-431A-8AC4-1375B9F2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missing repository link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07BCCE-2943-42AC-8108-1C94F379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Engagement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6885E-733A-407A-A453-22B5CA34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The reel asks for a comment or DM before sharing the repository.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3C7CC-2D1E-4792-97CF-D174A026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Incomplete captions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CA796-7E01-4E95-A009-BBC742E5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1960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Many captions never name the repository clearly enough to match.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8FDE2-6C87-43B8-B0EA-D5360FCD57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01ba5d03164784"/>
          <a:stretch xmlns:a="http://schemas.openxmlformats.org/drawingml/2006/main"/>
        </p:blipFill>
        <p:spPr>
          <a:xfrm xmlns:a="http://schemas.openxmlformats.org/drawingml/2006/main">
            <a:off x="5314950" y="1943100"/>
            <a:ext cx="594360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C6575-AE55-4EB3-8F02-F90A24AF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8293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DC80"/>
                </a:solidFill>
                <a:latin typeface="Arial"/>
                <a:ea typeface="Arial"/>
                <a:cs typeface="Arial"/>
              </a:rPr>
              <a:t>RepoReel connects the demo to code you can inspect.</a:t>
            </a:r>
          </a:p>
        </p:txBody>
      </p:sp>
    </p:spTree>
    <p:extLst>
      <p:ext uri="{BB962C8B-B14F-4D97-AF65-F5344CB8AC3E}">
        <p14:creationId xmlns:p14="http://schemas.microsoft.com/office/powerpoint/2010/main" val="17879858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92436-DA89-41C9-96B3-53F28156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03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764947-8765-479F-8D3C-A754C39F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in your own 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1E92F-4E19-4FB2-B432-32AD14D1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574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Semantic retrieval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BD28D-85F7-439B-A11D-9F3C9C86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MiniLM embeds the query in your browser using Transformers.js.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57EE3-7DC2-4F3D-9F32-CB6ADD76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Hybrid ranking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98764-991A-4739-8154-14C6B7E7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Meaning and BM25 combine with recency, creator trust and repository health.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77279-A542-43B8-83A8-2FF1ECB5AA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42f016e088442d"/>
          <a:stretch xmlns:a="http://schemas.openxmlformats.org/drawingml/2006/main"/>
        </p:blipFill>
        <p:spPr>
          <a:xfrm xmlns:a="http://schemas.openxmlformats.org/drawingml/2006/main">
            <a:off x="4810125" y="1790700"/>
            <a:ext cx="6858000" cy="4286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1958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737466-F9C5-4F38-A238-CD767AE2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04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2DCD4-A806-49F1-87DD-10D5DC52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reel with a route to the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1153C-A3B9-406F-9247-CAFBF488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Official Instagram embeds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7BFC5-C607-4395-92CB-6115E15B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Watch the original demo in the phone. Reel media stays with Instagram.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49098-FB06-4CD6-B324-9958CE846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Explicit uncertainty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37C38-1161-4A86-A697-4A8DAE1E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When the caption does not name a repo, the result offers a matching search.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161E9-E371-4DD9-8A04-7D436758D4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205cb809e41e4"/>
          <a:stretch xmlns:a="http://schemas.openxmlformats.org/drawingml/2006/main"/>
        </p:blipFill>
        <p:spPr>
          <a:xfrm xmlns:a="http://schemas.openxmlformats.org/drawingml/2006/main">
            <a:off x="4705350" y="1720453"/>
            <a:ext cx="7143750" cy="44648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762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D3CD4-6C54-411A-A2A5-C955DE9B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05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D8B8A-34A2-412C-912B-018F6A60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Find a repository from a screenshot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BE62A-4010-49BC-8711-09F8969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OCR on your device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D940FC-0889-4EC4-B9D9-E2D5B2E4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Tesseract.js reads the uploaded frame inside the browser.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A635B-1656-4BB9-B4FA-727048CC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05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Exact matches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90F75-14E9-40B1-A7D7-B50A8FC0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Extract GitHub URLs and owner/repo names, then try fuzzy matching and search.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39C00-5095-4E0C-ACB3-AB56A6DDDE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27e19f54b8480b"/>
          <a:stretch xmlns:a="http://schemas.openxmlformats.org/drawingml/2006/main"/>
        </p:blipFill>
        <p:spPr>
          <a:xfrm xmlns:a="http://schemas.openxmlformats.org/drawingml/2006/main">
            <a:off x="5000625" y="1905000"/>
            <a:ext cx="6477000" cy="4048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0644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F7DE1-A1E6-4A3D-9866-279981D7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06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55E4C-3275-41D7-AAE1-ECD20A9D0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nightly discovery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7A5F1-D1A1-48F4-AC36-E77DA029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7773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77737"/>
                </a:solidFill>
                <a:latin typeface="Arial"/>
                <a:ea typeface="Arial"/>
                <a:cs typeface="Arial"/>
              </a:rPr>
              <a:t>Discover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126AF-32BF-4B21-91A7-F7395752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289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Graph API and budget-guarded Apify discovery find candidate reels.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D2410-E7E3-4A83-8D57-3B4128EB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0764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Classify and match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09E6D-E613-4905-8446-3EAFA22F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62890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English repo captions, creator expansion and cached OCR produce candidates.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97816-BAC5-4609-842F-3419F3CE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764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C781E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C781ED"/>
                </a:solidFill>
                <a:latin typeface="Arial"/>
                <a:ea typeface="Arial"/>
                <a:cs typeface="Arial"/>
              </a:rPr>
              <a:t>Validate and publish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B29BC-C0DD-4B43-975D-61A55D6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28900"/>
            <a:ext cx="3476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Quality checks protect monthly history and repository shards.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F5199A-A9AA-48B4-81A3-18F61FFE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411 reels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17C7EE-ACAA-40A8-87AC-362D6746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4577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79 identified repos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F1C705-2195-4BCE-A12F-DCC7222A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577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4,309 repositories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D9080-FAA7-44EE-9614-5A0AB873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Source deck snapshot. Apify budget: $4.50/month, capped at $0.25 per actor run.</a:t>
            </a:r>
          </a:p>
        </p:txBody>
      </p:sp>
    </p:spTree>
    <p:extLst>
      <p:ext uri="{BB962C8B-B14F-4D97-AF65-F5344CB8AC3E}">
        <p14:creationId xmlns:p14="http://schemas.microsoft.com/office/powerpoint/2010/main" val="14117043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67788-526B-4A26-B8A8-30F0637A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07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6057F-B446-4158-BB02-E53C04BB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Repository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07B64-7F8B-4F83-9FF7-9D2C1CAA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FDC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DC80"/>
                </a:solidFill>
                <a:latin typeface="Arial"/>
                <a:ea typeface="Arial"/>
                <a:cs typeface="Arial"/>
              </a:rPr>
              <a:t>Daily snapshots measure stars gained over 7 and 30 days.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3DC10-DD7D-4DDE-86C1-555B6B41B0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4d4040b434597"/>
          <a:stretch xmlns:a="http://schemas.openxmlformats.org/drawingml/2006/main"/>
        </p:blipFill>
        <p:spPr>
          <a:xfrm xmlns:a="http://schemas.openxmlformats.org/drawingml/2006/main">
            <a:off x="1200150" y="2495550"/>
            <a:ext cx="5715000" cy="35718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2E04BF-AC06-4226-9961-904D15CC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85750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Creator trust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7E3EF2-CAE3-44CE-8053-DB403C67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47662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Accuracy, consistency, engagement and recency contribute to the ranking.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2434B-33EB-4C7F-A39F-C8959A14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143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Eligibility checks apply before scoring.</a:t>
            </a:r>
          </a:p>
        </p:txBody>
      </p:sp>
    </p:spTree>
    <p:extLst>
      <p:ext uri="{BB962C8B-B14F-4D97-AF65-F5344CB8AC3E}">
        <p14:creationId xmlns:p14="http://schemas.microsoft.com/office/powerpoint/2010/main" val="3317307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82ECA-8929-44FC-A089-F7EA565C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8E8E8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E8E8E"/>
                </a:solidFill>
                <a:latin typeface="Arial"/>
                <a:ea typeface="Arial"/>
                <a:cs typeface="Arial"/>
              </a:rPr>
              <a:t>08 /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63D60-7858-4D66-AD17-A5DAA300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1125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Engineering for repeatable runs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71FF8-B0B4-4CD8-9DF6-4577C30F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Replay and recovery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1151C-F737-489F-AA1F-331D4A1C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Rebuild from recorded raw inputs. Resume runs merge into the latest history.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F9382-1BA5-48CE-AF0B-E09B59C1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Quality gates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29CA5-3F55-4E78-82D6-5FEAEC18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9C9C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9C9C9"/>
                </a:solidFill>
                <a:latin typeface="Arial"/>
                <a:ea typeface="Arial"/>
                <a:cs typeface="Arial"/>
              </a:rPr>
              <a:t>Unknown creators, orphaned repos and implausible star changes block publishing.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53673-B64D-414F-B9D4-33ABF10D44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169278ce44347"/>
          <a:stretch xmlns:a="http://schemas.openxmlformats.org/drawingml/2006/main"/>
        </p:blipFill>
        <p:spPr>
          <a:xfrm xmlns:a="http://schemas.openxmlformats.org/drawingml/2006/main">
            <a:off x="5572125" y="1752600"/>
            <a:ext cx="5334000" cy="3333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D757EF-C2A2-470D-A0A5-CBE1DF87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38750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F6B9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6B9A"/>
                </a:solidFill>
                <a:latin typeface="Arial"/>
                <a:ea typeface="Arial"/>
                <a:cs typeface="Arial"/>
              </a:rPr>
              <a:t>Live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50820-CFF1-40CF-9E4F-9D135109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5785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adityamalviya04692.github.io/Project-RepoReel/</a:t>
            </a:r>
          </a:p>
        </p:txBody>
      </p:sp>
    </p:spTree>
    <p:extLst>
      <p:ext uri="{BB962C8B-B14F-4D97-AF65-F5344CB8AC3E}">
        <p14:creationId xmlns:p14="http://schemas.microsoft.com/office/powerpoint/2010/main" val="857000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2026-10-25T08:07:11.7720000Z</dcterms:created>
  <dcterms:modified xsi:type="dcterms:W3CDTF">2026-10-25T08:07:11.7720000Z</dcterms:modified>
</coreProperties>
</file>