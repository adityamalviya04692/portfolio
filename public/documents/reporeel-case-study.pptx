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92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29260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75" b="1">
                <a:solidFill>
                  <a:srgbClr val="111111"/>
                </a:solidFill>
                <a:latin typeface="Arial"/>
              </a:rPr>
              <a:t>REPOREEL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0488" y="192024"/>
            <a:ext cx="5522976" cy="2651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125" b="0">
                <a:solidFill>
                  <a:srgbClr val="111111"/>
                </a:solidFill>
                <a:latin typeface="Menlo"/>
              </a:rPr>
              <a:t>REEL-FIRST REPO DISCOVERY / CASE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41248"/>
            <a:ext cx="667512" cy="265176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50392"/>
            <a:ext cx="566928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37376"/>
            <a:ext cx="571500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ADITYA MALVIYA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2488" y="6437376"/>
            <a:ext cx="105156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1 / 8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481328"/>
            <a:ext cx="11430000" cy="4270248"/>
          </a:xfrm>
          <a:prstGeom prst="rect">
            <a:avLst/>
          </a:prstGeom>
          <a:solidFill>
            <a:srgbClr val="FFFFFF"/>
          </a:solidFill>
          <a:ln w="28575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883664"/>
            <a:ext cx="4892040" cy="621792"/>
          </a:xfrm>
          <a:prstGeom prst="rect">
            <a:avLst/>
          </a:prstGeom>
          <a:solidFill>
            <a:srgbClr val="FFD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55648"/>
            <a:ext cx="6035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5850" b="1">
                <a:solidFill>
                  <a:srgbClr val="111111"/>
                </a:solidFill>
                <a:latin typeface="Arial"/>
              </a:rPr>
              <a:t>REPOREEL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807208"/>
            <a:ext cx="5669280" cy="14264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11111"/>
                </a:solidFill>
                <a:latin typeface="Arial"/>
              </a:rPr>
              <a:t>Find the reel.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111111"/>
                </a:solidFill>
                <a:latin typeface="Arial"/>
              </a:rPr>
              <a:t>Then the repo.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4434840"/>
            <a:ext cx="54864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111111"/>
                </a:solidFill>
                <a:latin typeface="Arial"/>
              </a:rPr>
              <a:t>Ask in plain words, get the exact Instagram reel that answers it, then the GitHub repo it was teasing. No "comment REPO", no DMs.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10528" y="1847088"/>
            <a:ext cx="5120640" cy="307238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83080"/>
            <a:ext cx="5120640" cy="3072384"/>
          </a:xfrm>
          <a:prstGeom prst="rect">
            <a:avLst/>
          </a:prstGeom>
          <a:ln w="19050">
            <a:solidFill>
              <a:srgbClr val="111111"/>
            </a:solidFill>
          </a:ln>
        </p:spPr>
      </p:pic>
      <p:sp>
        <p:nvSpPr>
          <p:cNvPr id="16" name="Rectangle 15"/>
          <p:cNvSpPr/>
          <p:nvPr/>
        </p:nvSpPr>
        <p:spPr>
          <a:xfrm>
            <a:off x="9838944" y="5129783"/>
            <a:ext cx="1874519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84080" y="5074920"/>
            <a:ext cx="1874519" cy="420624"/>
          </a:xfrm>
          <a:prstGeom prst="rect">
            <a:avLst/>
          </a:prstGeom>
          <a:solidFill>
            <a:srgbClr val="FFC4D8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57232" y="5102352"/>
            <a:ext cx="172821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NO DMs NEEDED 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5916168"/>
            <a:ext cx="11247120" cy="2651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25" b="0">
                <a:solidFill>
                  <a:srgbClr val="111111"/>
                </a:solidFill>
                <a:latin typeface="Menlo"/>
              </a:rPr>
              <a:t>PYTHON  /  DUCKDB  /  FASTEMBED  /  REACT  /  TRANSFORMERS.JS  /  TESSERACT  /  GITHUB 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92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29260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75" b="1">
                <a:solidFill>
                  <a:srgbClr val="111111"/>
                </a:solidFill>
                <a:latin typeface="Arial"/>
              </a:rPr>
              <a:t>REPOREEL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0488" y="192024"/>
            <a:ext cx="5522976" cy="2651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125" b="0">
                <a:solidFill>
                  <a:srgbClr val="111111"/>
                </a:solidFill>
                <a:latin typeface="Menlo"/>
              </a:rPr>
              <a:t>REEL-FIRST REPO DISCOVERY / CASE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41248"/>
            <a:ext cx="667512" cy="265176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50392"/>
            <a:ext cx="566928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Menlo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37376"/>
            <a:ext cx="571500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ADITYA MALVIYA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2488" y="6437376"/>
            <a:ext cx="105156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2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71016"/>
            <a:ext cx="11430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225" b="1">
                <a:solidFill>
                  <a:srgbClr val="111111"/>
                </a:solidFill>
                <a:latin typeface="Arial"/>
              </a:rPr>
              <a:t>THE PROBLEM: "COMMENT REPO AND I'LL DM YOU"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468880"/>
            <a:ext cx="3611880" cy="26700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414016"/>
            <a:ext cx="3611880" cy="2670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560320"/>
            <a:ext cx="3246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Arial"/>
              </a:rPr>
              <a:t>The link never comes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72384"/>
            <a:ext cx="3246120" cy="18928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11111"/>
                </a:solidFill>
                <a:latin typeface="Arial"/>
              </a:rPr>
              <a:t>Repo reels gate the link behind a comment or a DM to farm engagement. Days later, still nothing.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2468880"/>
            <a:ext cx="3611880" cy="26700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2414016"/>
            <a:ext cx="3611880" cy="2670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2560320"/>
            <a:ext cx="3246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Arial"/>
              </a:rPr>
              <a:t>Captions hide the 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3072384"/>
            <a:ext cx="3246120" cy="18928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11111"/>
                </a:solidFill>
                <a:latin typeface="Arial"/>
              </a:rPr>
              <a:t>4 in 5 of the 411 English repo reels indexed so far don't name the repo in a way that can be matched.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56448" y="2468880"/>
            <a:ext cx="3611880" cy="26700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3" y="2414016"/>
            <a:ext cx="3611880" cy="2670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3" y="2560320"/>
            <a:ext cx="3246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Arial"/>
              </a:rPr>
              <a:t>Reels vanish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3" y="3072384"/>
            <a:ext cx="3246120" cy="18928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11111"/>
                </a:solidFill>
                <a:latin typeface="Arial"/>
              </a:rPr>
              <a:t>You saw the perfect tool last week. Instagram has no search for "that repo that cleans your TV".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5431536"/>
            <a:ext cx="11375136" cy="630936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504688"/>
            <a:ext cx="10954512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>
                <a:solidFill>
                  <a:srgbClr val="111111"/>
                </a:solidFill>
                <a:latin typeface="Arial"/>
              </a:rPr>
              <a:t>The response: ask the question, get the reel, get the repo, read it, use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92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29260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75" b="1">
                <a:solidFill>
                  <a:srgbClr val="111111"/>
                </a:solidFill>
                <a:latin typeface="Arial"/>
              </a:rPr>
              <a:t>REPOREEL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0488" y="192024"/>
            <a:ext cx="5522976" cy="2651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125" b="0">
                <a:solidFill>
                  <a:srgbClr val="111111"/>
                </a:solidFill>
                <a:latin typeface="Menlo"/>
              </a:rPr>
              <a:t>REEL-FIRST REPO DISCOVERY / CASE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41248"/>
            <a:ext cx="667512" cy="265176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50392"/>
            <a:ext cx="566928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Menlo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37376"/>
            <a:ext cx="571500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ADITYA MALVIYA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2488" y="6437376"/>
            <a:ext cx="105156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3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71016"/>
            <a:ext cx="11430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225" b="1">
                <a:solidFill>
                  <a:srgbClr val="111111"/>
                </a:solidFill>
                <a:latin typeface="Arial"/>
              </a:rPr>
              <a:t>ASK. REEL. REPO. READ. USE.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295144"/>
            <a:ext cx="2057400" cy="17830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240280"/>
            <a:ext cx="2057400" cy="1783080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Menlo"/>
              </a:rPr>
              <a:t>01 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2834640"/>
            <a:ext cx="182880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plain words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"remove ads from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my smart TV"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2880360"/>
            <a:ext cx="24688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295144"/>
            <a:ext cx="2057400" cy="17830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2240280"/>
            <a:ext cx="205740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16352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Menlo"/>
              </a:rPr>
              <a:t>02  REEL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834640"/>
            <a:ext cx="182880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the exact reel,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playing in the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2880360"/>
            <a:ext cx="24688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7488" y="2295144"/>
            <a:ext cx="2057400" cy="17830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92624" y="2240280"/>
            <a:ext cx="2057400" cy="1783080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Menlo"/>
              </a:rPr>
              <a:t>03  REPO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834640"/>
            <a:ext cx="182880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the repo it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was hiding,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one tap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880360"/>
            <a:ext cx="24688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51776" y="2295144"/>
            <a:ext cx="2057400" cy="17830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240280"/>
            <a:ext cx="205740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8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Menlo"/>
              </a:rPr>
              <a:t>04  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8" y="2834640"/>
            <a:ext cx="182880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README, stars,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health, 7-day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velocity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54312" y="2880360"/>
            <a:ext cx="24688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56064" y="2295144"/>
            <a:ext cx="2057400" cy="17830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0" y="2240280"/>
            <a:ext cx="2057400" cy="1783080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29216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Menlo"/>
              </a:rPr>
              <a:t>05  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29216" y="2834640"/>
            <a:ext cx="182880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git clone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11111"/>
                </a:solidFill>
                <a:latin typeface="Arial"/>
              </a:rPr>
              <a:t>and go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" y="4407408"/>
            <a:ext cx="2791838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343400"/>
            <a:ext cx="2791838" cy="1874519"/>
          </a:xfrm>
          <a:prstGeom prst="rect">
            <a:avLst/>
          </a:prstGeom>
          <a:ln w="19050">
            <a:solidFill>
              <a:srgbClr val="111111"/>
            </a:solidFill>
          </a:ln>
        </p:spPr>
      </p:pic>
      <p:sp>
        <p:nvSpPr>
          <p:cNvPr id="36" name="Rectangle 35"/>
          <p:cNvSpPr/>
          <p:nvPr/>
        </p:nvSpPr>
        <p:spPr>
          <a:xfrm>
            <a:off x="3346704" y="4398264"/>
            <a:ext cx="406908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343400"/>
            <a:ext cx="406908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0" y="4489704"/>
            <a:ext cx="3703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Arial"/>
              </a:rPr>
              <a:t>Understands meaning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5001768"/>
            <a:ext cx="3703320" cy="10972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all-MiniLM-L6-v2 runs in the browser (Transformers.js), the same model the pipeline embeds with, so ranking matches offline evaluation.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17536" y="4398264"/>
            <a:ext cx="4096512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62672" y="4343400"/>
            <a:ext cx="4096512" cy="1874519"/>
          </a:xfrm>
          <a:prstGeom prst="rect">
            <a:avLst/>
          </a:prstGeom>
          <a:solidFill>
            <a:srgbClr val="FFC4D8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45552" y="4489704"/>
            <a:ext cx="3730752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Arial"/>
              </a:rPr>
              <a:t>Hybrid ranking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5552" y="5001768"/>
            <a:ext cx="3730752" cy="10972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Semantic + BM25 + recency + creator trust + repo health. A reel that names its repo wins a close call: the visitor gets the link.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92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29260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75" b="1">
                <a:solidFill>
                  <a:srgbClr val="111111"/>
                </a:solidFill>
                <a:latin typeface="Arial"/>
              </a:rPr>
              <a:t>REPOREEL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0488" y="192024"/>
            <a:ext cx="5522976" cy="2651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125" b="0">
                <a:solidFill>
                  <a:srgbClr val="111111"/>
                </a:solidFill>
                <a:latin typeface="Menlo"/>
              </a:rPr>
              <a:t>REEL-FIRST REPO DISCOVERY / CASE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41248"/>
            <a:ext cx="667512" cy="265176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50392"/>
            <a:ext cx="566928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Menlo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37376"/>
            <a:ext cx="571500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ADITYA MALVIYA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2488" y="6437376"/>
            <a:ext cx="105156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4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71016"/>
            <a:ext cx="11430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225" b="1">
                <a:solidFill>
                  <a:srgbClr val="111111"/>
                </a:solidFill>
                <a:latin typeface="Arial"/>
              </a:rPr>
              <a:t>THE ANSWER IS A REEL, NOT A LIST OF LINKS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2167127"/>
            <a:ext cx="6781800" cy="40690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03120"/>
            <a:ext cx="6781800" cy="4069080"/>
          </a:xfrm>
          <a:prstGeom prst="rect">
            <a:avLst/>
          </a:prstGeom>
          <a:ln w="19050">
            <a:solidFill>
              <a:srgbClr val="111111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7598664" y="2157984"/>
            <a:ext cx="4224528" cy="12070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43800" y="2103120"/>
            <a:ext cx="4224528" cy="1207008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8" y="2194560"/>
            <a:ext cx="3931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Official embeds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8" y="2560320"/>
            <a:ext cx="3950208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25" b="0">
                <a:solidFill>
                  <a:srgbClr val="111111"/>
                </a:solidFill>
                <a:latin typeface="Arial"/>
              </a:rPr>
              <a:t>The phone loads Instagram's own embed; nothing is re-hosted. Idle feeds advance, a tapped reel plays with sound.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98664" y="3529584"/>
            <a:ext cx="4224528" cy="12070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43800" y="3474720"/>
            <a:ext cx="4224528" cy="1207008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8" y="3566160"/>
            <a:ext cx="3931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Honest when unsure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3931920"/>
            <a:ext cx="3950208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25" b="0">
                <a:solidFill>
                  <a:srgbClr val="111111"/>
                </a:solidFill>
                <a:latin typeface="Arial"/>
              </a:rPr>
              <a:t>Repo not named in the caption? The card says so and offers "find matching repos" instead of guessing.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98664" y="4901183"/>
            <a:ext cx="4224528" cy="12070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43800" y="4846320"/>
            <a:ext cx="4224528" cy="1207008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8" y="4937759"/>
            <a:ext cx="3931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One tap to the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5303520"/>
            <a:ext cx="3950208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25" b="0">
                <a:solidFill>
                  <a:srgbClr val="111111"/>
                </a:solidFill>
                <a:latin typeface="Arial"/>
              </a:rPr>
              <a:t>"Open repo" goes straight to GitHub; "Repo details" opens README, health and similar repos.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75503" y="1929384"/>
            <a:ext cx="1737360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1874519"/>
            <a:ext cx="1737360" cy="420624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792" y="1901951"/>
            <a:ext cx="159105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FOUND IT 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92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29260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75" b="1">
                <a:solidFill>
                  <a:srgbClr val="111111"/>
                </a:solidFill>
                <a:latin typeface="Arial"/>
              </a:rPr>
              <a:t>REPOREEL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0488" y="192024"/>
            <a:ext cx="5522976" cy="2651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125" b="0">
                <a:solidFill>
                  <a:srgbClr val="111111"/>
                </a:solidFill>
                <a:latin typeface="Menlo"/>
              </a:rPr>
              <a:t>REEL-FIRST REPO DISCOVERY / CASE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41248"/>
            <a:ext cx="667512" cy="265176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50392"/>
            <a:ext cx="566928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Menlo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37376"/>
            <a:ext cx="571500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ADITYA MALVIYA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2488" y="6437376"/>
            <a:ext cx="105156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5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71016"/>
            <a:ext cx="11430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225" b="1">
                <a:solidFill>
                  <a:srgbClr val="111111"/>
                </a:solidFill>
                <a:latin typeface="Arial"/>
              </a:rPr>
              <a:t>SAW IT SOMEWHERE? SNAP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2167127"/>
            <a:ext cx="7498079" cy="331882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n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03120"/>
            <a:ext cx="7498079" cy="3318822"/>
          </a:xfrm>
          <a:prstGeom prst="rect">
            <a:avLst/>
          </a:prstGeom>
          <a:ln w="19050">
            <a:solidFill>
              <a:srgbClr val="111111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8238744" y="2157984"/>
            <a:ext cx="3611880" cy="12070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2103120"/>
            <a:ext cx="3611880" cy="1207008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2194560"/>
            <a:ext cx="32918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OCR on your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560320"/>
            <a:ext cx="333756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25" b="0">
                <a:solidFill>
                  <a:srgbClr val="111111"/>
                </a:solidFill>
                <a:latin typeface="Arial"/>
              </a:rPr>
              <a:t>Tesseract.js reads the screenshot in the browser: upscaled, greyscaled, read as a page and as sparse text.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3529584"/>
            <a:ext cx="3611880" cy="12070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3474720"/>
            <a:ext cx="3611880" cy="1207008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3566160"/>
            <a:ext cx="32918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Exact, then fuzzy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3931920"/>
            <a:ext cx="333756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25" b="0">
                <a:solidFill>
                  <a:srgbClr val="111111"/>
                </a:solidFill>
                <a:latin typeface="Arial"/>
              </a:rPr>
              <a:t>github.com URLs and owner/name first; OCR slips matched within the same owner; GitHub search last.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8744" y="4901183"/>
            <a:ext cx="3611880" cy="12070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4846320"/>
            <a:ext cx="3611880" cy="1207008"/>
          </a:xfrm>
          <a:prstGeom prst="rect">
            <a:avLst/>
          </a:prstGeom>
          <a:solidFill>
            <a:srgbClr val="FFC4D8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7" y="4937759"/>
            <a:ext cx="32918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97% on a test frame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5303520"/>
            <a:ext cx="333756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25" b="0">
                <a:solidFill>
                  <a:srgbClr val="111111"/>
                </a:solidFill>
                <a:latin typeface="Arial"/>
              </a:rPr>
              <a:t>A synthetic reel frame with a small URL bar resolves to the right repo.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92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29260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75" b="1">
                <a:solidFill>
                  <a:srgbClr val="111111"/>
                </a:solidFill>
                <a:latin typeface="Arial"/>
              </a:rPr>
              <a:t>REPOREEL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0488" y="192024"/>
            <a:ext cx="5522976" cy="2651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125" b="0">
                <a:solidFill>
                  <a:srgbClr val="111111"/>
                </a:solidFill>
                <a:latin typeface="Menlo"/>
              </a:rPr>
              <a:t>REEL-FIRST REPO DISCOVERY / CASE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41248"/>
            <a:ext cx="667512" cy="265176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50392"/>
            <a:ext cx="566928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Menlo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37376"/>
            <a:ext cx="571500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ADITYA MALVIYA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2488" y="6437376"/>
            <a:ext cx="105156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6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71016"/>
            <a:ext cx="11430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225" b="1">
                <a:solidFill>
                  <a:srgbClr val="111111"/>
                </a:solidFill>
                <a:latin typeface="Arial"/>
              </a:rPr>
              <a:t>A FREE PIPELINE THAT HUNTS REELS EVERY NIGHT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295144"/>
            <a:ext cx="2057400" cy="1691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240280"/>
            <a:ext cx="2057400" cy="1691640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Menlo"/>
              </a:rPr>
              <a:t>01  DISCOVER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2816352"/>
            <a:ext cx="1874519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Graph API (free)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Apify free credit,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budget-guarded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2834640"/>
            <a:ext cx="24688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295144"/>
            <a:ext cx="2057400" cy="1691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2240280"/>
            <a:ext cx="20574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16352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Menlo"/>
              </a:rPr>
              <a:t>02  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816352"/>
            <a:ext cx="1874519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English caption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about a repo;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rejects remembered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2834640"/>
            <a:ext cx="24688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7488" y="2295144"/>
            <a:ext cx="2057400" cy="1691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92624" y="2240280"/>
            <a:ext cx="2057400" cy="1691640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Menlo"/>
              </a:rPr>
              <a:t>03  EXPAND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816352"/>
            <a:ext cx="1874519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repo creators' full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feeds + creators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they tag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834640"/>
            <a:ext cx="24688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51776" y="2295144"/>
            <a:ext cx="2057400" cy="1691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240280"/>
            <a:ext cx="20574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8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Menlo"/>
              </a:rPr>
              <a:t>04  MATCH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8" y="2816352"/>
            <a:ext cx="1874519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caption, cover OCR,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GitHub search;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cached per reel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54312" y="2834640"/>
            <a:ext cx="24688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11111"/>
                </a:solidFill>
                <a:latin typeface="Arial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56064" y="2295144"/>
            <a:ext cx="2057400" cy="1691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0" y="2240280"/>
            <a:ext cx="2057400" cy="1691640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29216" y="235915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Menlo"/>
              </a:rPr>
              <a:t>05  PUBLISH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29216" y="2816352"/>
            <a:ext cx="1874519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monthly history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shards; 256 per-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repo site shards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4352544"/>
            <a:ext cx="2651760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" y="4297680"/>
            <a:ext cx="2651760" cy="1097280"/>
          </a:xfrm>
          <a:prstGeom prst="rect">
            <a:avLst/>
          </a:prstGeom>
          <a:solidFill>
            <a:srgbClr val="FFC4D8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370832"/>
            <a:ext cx="23774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411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956048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English repo reels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9272" y="4352544"/>
            <a:ext cx="2651760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64408" y="4297680"/>
            <a:ext cx="26517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29000" y="4370832"/>
            <a:ext cx="23774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29000" y="4956048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with the repo identified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1" y="4352544"/>
            <a:ext cx="2651760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44768" y="4297680"/>
            <a:ext cx="2651760" cy="1097280"/>
          </a:xfrm>
          <a:prstGeom prst="rect">
            <a:avLst/>
          </a:prstGeom>
          <a:solidFill>
            <a:srgbClr val="FFC4D8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59" y="4370832"/>
            <a:ext cx="23774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4,309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59" y="4956048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repositories indexed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79992" y="4352544"/>
            <a:ext cx="2651760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25128" y="4297680"/>
            <a:ext cx="26517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89719" y="4370832"/>
            <a:ext cx="23774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$0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89719" y="4956048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infrastructure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5650992"/>
            <a:ext cx="11375136" cy="502920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687568"/>
            <a:ext cx="11064240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Arial"/>
              </a:rPr>
              <a:t>Apify spend is spread evenly over the month under a $4.50 cap; each actor run is capped at $0.25 and never retried.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92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29260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75" b="1">
                <a:solidFill>
                  <a:srgbClr val="111111"/>
                </a:solidFill>
                <a:latin typeface="Arial"/>
              </a:rPr>
              <a:t>REPOREEL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0488" y="192024"/>
            <a:ext cx="5522976" cy="2651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125" b="0">
                <a:solidFill>
                  <a:srgbClr val="111111"/>
                </a:solidFill>
                <a:latin typeface="Menlo"/>
              </a:rPr>
              <a:t>REEL-FIRST REPO DISCOVERY / CASE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41248"/>
            <a:ext cx="667512" cy="265176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50392"/>
            <a:ext cx="566928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Menlo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37376"/>
            <a:ext cx="571500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ADITYA MALVIYA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2488" y="6437376"/>
            <a:ext cx="105156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7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71016"/>
            <a:ext cx="11430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225" b="1">
                <a:solidFill>
                  <a:srgbClr val="111111"/>
                </a:solidFill>
                <a:latin typeface="Arial"/>
              </a:rPr>
              <a:t>WHAT'S ABOUT TO BLOW UP, AND WHO TO TRUST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2167127"/>
            <a:ext cx="5577840" cy="368857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03120"/>
            <a:ext cx="5577840" cy="3688571"/>
          </a:xfrm>
          <a:prstGeom prst="rect">
            <a:avLst/>
          </a:prstGeom>
          <a:ln w="19050">
            <a:solidFill>
              <a:srgbClr val="111111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6281928" y="2167127"/>
            <a:ext cx="5577840" cy="31487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rea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5577840" cy="3148780"/>
          </a:xfrm>
          <a:prstGeom prst="rect">
            <a:avLst/>
          </a:prstGeom>
          <a:ln w="19050">
            <a:solidFill>
              <a:srgbClr val="111111"/>
            </a:solidFill>
          </a:ln>
        </p:spPr>
      </p:pic>
      <p:sp>
        <p:nvSpPr>
          <p:cNvPr id="14" name="Rectangle 13"/>
          <p:cNvSpPr/>
          <p:nvPr/>
        </p:nvSpPr>
        <p:spPr>
          <a:xfrm>
            <a:off x="384048" y="5623560"/>
            <a:ext cx="5577840" cy="548640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660136"/>
            <a:ext cx="534924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Stars gained in 7 days, from daily catalog snapshots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5623560"/>
            <a:ext cx="5577840" cy="548640"/>
          </a:xfrm>
          <a:prstGeom prst="rect">
            <a:avLst/>
          </a:prstGeom>
          <a:solidFill>
            <a:srgbClr val="FFC4D8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5660136"/>
            <a:ext cx="534924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Trust = accuracy · consistency · engagement · recency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922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29260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875" b="1">
                <a:solidFill>
                  <a:srgbClr val="111111"/>
                </a:solidFill>
                <a:latin typeface="Arial"/>
              </a:rPr>
              <a:t>REPOREEL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0488" y="192024"/>
            <a:ext cx="5522976" cy="2651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125" b="0">
                <a:solidFill>
                  <a:srgbClr val="111111"/>
                </a:solidFill>
                <a:latin typeface="Menlo"/>
              </a:rPr>
              <a:t>REEL-FIRST REPO DISCOVERY / CASE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41248"/>
            <a:ext cx="667512" cy="265176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50392"/>
            <a:ext cx="566928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Menlo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37376"/>
            <a:ext cx="571500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ADITYA MALVIYA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2488" y="6437376"/>
            <a:ext cx="1051560" cy="192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975" b="0">
                <a:solidFill>
                  <a:srgbClr val="111111"/>
                </a:solidFill>
                <a:latin typeface="Menlo"/>
              </a:rPr>
              <a:t>8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71016"/>
            <a:ext cx="11430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225" b="1">
                <a:solidFill>
                  <a:srgbClr val="111111"/>
                </a:solidFill>
                <a:latin typeface="Arial"/>
              </a:rPr>
              <a:t>BUILT LIKE A DATA PRODUCT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157984"/>
            <a:ext cx="5577840" cy="14173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103120"/>
            <a:ext cx="5577840" cy="1417320"/>
          </a:xfrm>
          <a:prstGeom prst="rect">
            <a:avLst/>
          </a:prstGeom>
          <a:solidFill>
            <a:srgbClr val="FFDC80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49424"/>
            <a:ext cx="521207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Tested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61487"/>
            <a:ext cx="5212079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49 pipeline tests and 16 web tests run before every nightly build; tests can never touch real history.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157984"/>
            <a:ext cx="5577840" cy="14173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3056" y="2103120"/>
            <a:ext cx="55778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7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Replayable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761487"/>
            <a:ext cx="5212079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Replay rebuilds from recorded raw files without calling any API; resume merges into newer history.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758183"/>
            <a:ext cx="5577840" cy="14173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3703320"/>
            <a:ext cx="55778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49624"/>
            <a:ext cx="521207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Quality-gated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361688"/>
            <a:ext cx="5212079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Unknown creators, orphaned repos and implausible star jumps stop a run before anything is published.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758183"/>
            <a:ext cx="5577840" cy="14173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3703320"/>
            <a:ext cx="5577840" cy="1417320"/>
          </a:xfrm>
          <a:prstGeom prst="rect">
            <a:avLst/>
          </a:prstGeom>
          <a:solidFill>
            <a:srgbClr val="FFC4D8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849624"/>
            <a:ext cx="521207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Fixed in production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4361688"/>
            <a:ext cx="5212079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A queued run rebuilt on stale data: jobs now check out the branch tip, and 411 reels were recovered without re-spending credit.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5532120"/>
            <a:ext cx="113385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Menlo"/>
              </a:rPr>
              <a:t>adityamalviya04692.github.io/Project-RepoReel/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852160"/>
            <a:ext cx="113385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Menlo"/>
              </a:rPr>
              <a:t>github.com/adityamalviya04692/Project-RepoReel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